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6" r:id="rId8"/>
    <p:sldId id="294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F42B1"/>
    <a:srgbClr val="2B11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82"/>
      </p:cViewPr>
      <p:guideLst>
        <p:guide orient="horz" pos="21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C320EB-5352-40AA-A0A9-C13066E1373C}" type="doc">
      <dgm:prSet loTypeId="lis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773C5012-55F9-436E-B78B-2A38D8AAA0C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</a:t>
          </a:r>
          <a:r>
            <a:rPr lang="en-US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utomatically generate exam papers based on syllabus topics</a:t>
          </a:r>
          <a:r>
            <a: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399106-9BE2-43F4-9430-F473CB36780F}" cxnId="{DD5173D1-A74F-4C90-AB96-48F2297E2F1F}" type="parTrans">
      <dgm:prSet/>
      <dgm:spPr/>
      <dgm:t>
        <a:bodyPr/>
        <a:p>
          <a:endParaRPr lang="en-US"/>
        </a:p>
      </dgm:t>
    </dgm:pt>
    <dgm:pt modelId="{507A6FE3-4D55-4ED6-A973-429D64C5DF28}" cxnId="{DD5173D1-A74F-4C90-AB96-48F2297E2F1F}" type="sibTrans">
      <dgm:prSet/>
      <dgm:spPr/>
      <dgm:t>
        <a:bodyPr/>
        <a:p>
          <a:endParaRPr lang="en-US"/>
        </a:p>
      </dgm:t>
    </dgm:pt>
    <dgm:pt modelId="{CA58FE74-4619-4E47-BA6C-E0CD35AF5AC2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Ensure balanced distribution of difficulty levels (easy/medium/hard)</a:t>
          </a:r>
          <a:r>
            <a:rPr lang="en-US" b="1" i="1"/>
            <a:t/>
          </a:r>
          <a:endParaRPr lang="en-US" b="1" i="1"/>
        </a:p>
      </dgm:t>
    </dgm:pt>
    <dgm:pt modelId="{EBAD4DA7-135F-4F4E-9475-804E7DC205D2}" cxnId="{9B6EC35B-2795-49B1-B534-BD321A8DB545}" type="parTrans">
      <dgm:prSet/>
      <dgm:spPr/>
      <dgm:t>
        <a:bodyPr/>
        <a:p>
          <a:endParaRPr lang="en-US"/>
        </a:p>
      </dgm:t>
    </dgm:pt>
    <dgm:pt modelId="{5723A07A-E737-45B0-B84E-97FB4DE86580}" cxnId="{9B6EC35B-2795-49B1-B534-BD321A8DB545}" type="sibTrans">
      <dgm:prSet/>
      <dgm:spPr/>
      <dgm:t>
        <a:bodyPr/>
        <a:p>
          <a:endParaRPr lang="en-US"/>
        </a:p>
      </dgm:t>
    </dgm:pt>
    <dgm:pt modelId="{D3284563-CEAB-43B3-81C4-5F6C081CBB7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Provide a fast and consistent paper generation system</a:t>
          </a:r>
          <a:r>
            <a:rPr lang="en-US" b="1" i="1"/>
            <a:t/>
          </a:r>
          <a:endParaRPr lang="en-US" b="1" i="1"/>
        </a:p>
      </dgm:t>
    </dgm:pt>
    <dgm:pt modelId="{A2E240DA-ABFA-4A24-BE34-ABE926603D67}" cxnId="{F0C49311-0711-4CB5-A884-677852B2F03F}" type="parTrans">
      <dgm:prSet/>
      <dgm:spPr/>
      <dgm:t>
        <a:bodyPr/>
        <a:p>
          <a:endParaRPr lang="en-US"/>
        </a:p>
      </dgm:t>
    </dgm:pt>
    <dgm:pt modelId="{2E43EE94-FE21-4F90-81B3-CED5B1ECC8C9}" cxnId="{F0C49311-0711-4CB5-A884-677852B2F03F}" type="sibTrans">
      <dgm:prSet/>
      <dgm:spPr/>
      <dgm:t>
        <a:bodyPr/>
        <a:p>
          <a:endParaRPr lang="en-US"/>
        </a:p>
      </dgm:t>
    </dgm:pt>
    <dgm:pt modelId="{E5EECCA3-F875-4B71-92CC-9CCDFB7DBFEF}" type="pres">
      <dgm:prSet presAssocID="{26C320EB-5352-40AA-A0A9-C13066E1373C}" presName="linear" presStyleCnt="0">
        <dgm:presLayoutVars>
          <dgm:dir/>
          <dgm:animLvl val="lvl"/>
          <dgm:resizeHandles val="exact"/>
        </dgm:presLayoutVars>
      </dgm:prSet>
      <dgm:spPr/>
    </dgm:pt>
    <dgm:pt modelId="{667CAF5C-37C0-43B7-8B7E-02CCA3754DB9}" type="pres">
      <dgm:prSet presAssocID="{773C5012-55F9-436E-B78B-2A38D8AAA0C0}" presName="parentLin" presStyleCnt="0"/>
      <dgm:spPr/>
    </dgm:pt>
    <dgm:pt modelId="{58B158CB-C1D2-4676-88E6-6B3937A00A96}" type="pres">
      <dgm:prSet presAssocID="{773C5012-55F9-436E-B78B-2A38D8AAA0C0}" presName="parentLeftMargin" presStyleCnt="0"/>
      <dgm:spPr/>
    </dgm:pt>
    <dgm:pt modelId="{D0971512-D8E1-4E4B-89F4-FF2EB164C196}" type="pres">
      <dgm:prSet presAssocID="{773C5012-55F9-436E-B78B-2A38D8AAA0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5E10EBB-C85A-471E-9935-B48B9C39A12E}" type="pres">
      <dgm:prSet presAssocID="{773C5012-55F9-436E-B78B-2A38D8AAA0C0}" presName="negativeSpace" presStyleCnt="0"/>
      <dgm:spPr/>
    </dgm:pt>
    <dgm:pt modelId="{1F055725-8984-42CB-98CB-8E7728DD5EAB}" type="pres">
      <dgm:prSet presAssocID="{773C5012-55F9-436E-B78B-2A38D8AAA0C0}" presName="childText" presStyleLbl="conFgAcc1" presStyleIdx="0" presStyleCnt="3">
        <dgm:presLayoutVars>
          <dgm:bulletEnabled val="1"/>
        </dgm:presLayoutVars>
      </dgm:prSet>
      <dgm:spPr/>
    </dgm:pt>
    <dgm:pt modelId="{5785404B-F53E-4CF2-A702-90A46E89CED8}" type="pres">
      <dgm:prSet presAssocID="{507A6FE3-4D55-4ED6-A973-429D64C5DF28}" presName="spaceBetweenRectangles" presStyleCnt="0"/>
      <dgm:spPr/>
    </dgm:pt>
    <dgm:pt modelId="{EF963990-07B7-4DBC-8CFE-C86D15B61BB6}" type="pres">
      <dgm:prSet presAssocID="{CA58FE74-4619-4E47-BA6C-E0CD35AF5AC2}" presName="parentLin" presStyleCnt="0"/>
      <dgm:spPr/>
    </dgm:pt>
    <dgm:pt modelId="{AEA4B341-6C57-43B8-BC42-9813D43D1335}" type="pres">
      <dgm:prSet presAssocID="{CA58FE74-4619-4E47-BA6C-E0CD35AF5AC2}" presName="parentLeftMargin" presStyleCnt="0"/>
      <dgm:spPr/>
    </dgm:pt>
    <dgm:pt modelId="{DD07B078-3354-4F1B-9438-E4F95C4B43A6}" type="pres">
      <dgm:prSet presAssocID="{CA58FE74-4619-4E47-BA6C-E0CD35AF5AC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8F9047E-C8BE-4990-B6F7-84F4581E1FEA}" type="pres">
      <dgm:prSet presAssocID="{CA58FE74-4619-4E47-BA6C-E0CD35AF5AC2}" presName="negativeSpace" presStyleCnt="0"/>
      <dgm:spPr/>
    </dgm:pt>
    <dgm:pt modelId="{FB20FF5F-D131-4A8A-AEBC-01A2B84D6655}" type="pres">
      <dgm:prSet presAssocID="{CA58FE74-4619-4E47-BA6C-E0CD35AF5AC2}" presName="childText" presStyleLbl="conFgAcc1" presStyleIdx="1" presStyleCnt="3">
        <dgm:presLayoutVars>
          <dgm:bulletEnabled val="1"/>
        </dgm:presLayoutVars>
      </dgm:prSet>
      <dgm:spPr/>
    </dgm:pt>
    <dgm:pt modelId="{AC1FEB9E-7ED9-4E44-9D47-B63AE5862158}" type="pres">
      <dgm:prSet presAssocID="{5723A07A-E737-45B0-B84E-97FB4DE86580}" presName="spaceBetweenRectangles" presStyleCnt="0"/>
      <dgm:spPr/>
    </dgm:pt>
    <dgm:pt modelId="{04A221FB-3A34-4804-9E1E-FAA254BEF819}" type="pres">
      <dgm:prSet presAssocID="{D3284563-CEAB-43B3-81C4-5F6C081CBB78}" presName="parentLin" presStyleCnt="0"/>
      <dgm:spPr/>
    </dgm:pt>
    <dgm:pt modelId="{09CBCBA7-E2EE-4654-BCFB-AB2C2D77E66B}" type="pres">
      <dgm:prSet presAssocID="{D3284563-CEAB-43B3-81C4-5F6C081CBB78}" presName="parentLeftMargin" presStyleCnt="0"/>
      <dgm:spPr/>
    </dgm:pt>
    <dgm:pt modelId="{F8B30F84-9FC1-4455-B8FC-CA5DC2189586}" type="pres">
      <dgm:prSet presAssocID="{D3284563-CEAB-43B3-81C4-5F6C081CBB7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5AF99AA-34AA-4169-A0AA-91E0CC0C2D15}" type="pres">
      <dgm:prSet presAssocID="{D3284563-CEAB-43B3-81C4-5F6C081CBB78}" presName="negativeSpace" presStyleCnt="0"/>
      <dgm:spPr/>
    </dgm:pt>
    <dgm:pt modelId="{F855875C-E8B4-4273-8C6C-6A8EC3091B3C}" type="pres">
      <dgm:prSet presAssocID="{D3284563-CEAB-43B3-81C4-5F6C081CBB7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D5173D1-A74F-4C90-AB96-48F2297E2F1F}" srcId="{26C320EB-5352-40AA-A0A9-C13066E1373C}" destId="{773C5012-55F9-436E-B78B-2A38D8AAA0C0}" srcOrd="0" destOrd="0" parTransId="{E1399106-9BE2-43F4-9430-F473CB36780F}" sibTransId="{507A6FE3-4D55-4ED6-A973-429D64C5DF28}"/>
    <dgm:cxn modelId="{9B6EC35B-2795-49B1-B534-BD321A8DB545}" srcId="{26C320EB-5352-40AA-A0A9-C13066E1373C}" destId="{CA58FE74-4619-4E47-BA6C-E0CD35AF5AC2}" srcOrd="1" destOrd="0" parTransId="{EBAD4DA7-135F-4F4E-9475-804E7DC205D2}" sibTransId="{5723A07A-E737-45B0-B84E-97FB4DE86580}"/>
    <dgm:cxn modelId="{F0C49311-0711-4CB5-A884-677852B2F03F}" srcId="{26C320EB-5352-40AA-A0A9-C13066E1373C}" destId="{D3284563-CEAB-43B3-81C4-5F6C081CBB78}" srcOrd="2" destOrd="0" parTransId="{A2E240DA-ABFA-4A24-BE34-ABE926603D67}" sibTransId="{2E43EE94-FE21-4F90-81B3-CED5B1ECC8C9}"/>
    <dgm:cxn modelId="{135C4D35-53DE-4BC3-AC0C-6CB9DB2FCF52}" type="presOf" srcId="{26C320EB-5352-40AA-A0A9-C13066E1373C}" destId="{E5EECCA3-F875-4B71-92CC-9CCDFB7DBFEF}" srcOrd="0" destOrd="0" presId="urn:microsoft.com/office/officeart/2005/8/layout/list1"/>
    <dgm:cxn modelId="{9719E0F6-0FB5-4A3B-9397-02F061C7D6D2}" type="presParOf" srcId="{E5EECCA3-F875-4B71-92CC-9CCDFB7DBFEF}" destId="{667CAF5C-37C0-43B7-8B7E-02CCA3754DB9}" srcOrd="0" destOrd="0" presId="urn:microsoft.com/office/officeart/2005/8/layout/list1"/>
    <dgm:cxn modelId="{A96D19FC-E67F-4D8B-8519-83DB79D8FD6D}" type="presParOf" srcId="{667CAF5C-37C0-43B7-8B7E-02CCA3754DB9}" destId="{58B158CB-C1D2-4676-88E6-6B3937A00A96}" srcOrd="0" destOrd="0" presId="urn:microsoft.com/office/officeart/2005/8/layout/list1"/>
    <dgm:cxn modelId="{3F6F6466-B266-483B-B1CC-635EA34C31E7}" type="presOf" srcId="{773C5012-55F9-436E-B78B-2A38D8AAA0C0}" destId="{58B158CB-C1D2-4676-88E6-6B3937A00A96}" srcOrd="0" destOrd="0" presId="urn:microsoft.com/office/officeart/2005/8/layout/list1"/>
    <dgm:cxn modelId="{9ECB2830-CB43-4FED-8842-54ABD471AC36}" type="presParOf" srcId="{667CAF5C-37C0-43B7-8B7E-02CCA3754DB9}" destId="{D0971512-D8E1-4E4B-89F4-FF2EB164C196}" srcOrd="1" destOrd="0" presId="urn:microsoft.com/office/officeart/2005/8/layout/list1"/>
    <dgm:cxn modelId="{BFE2F568-5BBE-4E82-BE9A-B165F741952E}" type="presOf" srcId="{773C5012-55F9-436E-B78B-2A38D8AAA0C0}" destId="{D0971512-D8E1-4E4B-89F4-FF2EB164C196}" srcOrd="0" destOrd="0" presId="urn:microsoft.com/office/officeart/2005/8/layout/list1"/>
    <dgm:cxn modelId="{0B6AD1D5-54DB-44DD-AE7A-7CC658936F32}" type="presParOf" srcId="{E5EECCA3-F875-4B71-92CC-9CCDFB7DBFEF}" destId="{05E10EBB-C85A-471E-9935-B48B9C39A12E}" srcOrd="1" destOrd="0" presId="urn:microsoft.com/office/officeart/2005/8/layout/list1"/>
    <dgm:cxn modelId="{CA91BCEA-96A9-4382-AE7F-5ACA66F9C620}" type="presParOf" srcId="{E5EECCA3-F875-4B71-92CC-9CCDFB7DBFEF}" destId="{1F055725-8984-42CB-98CB-8E7728DD5EAB}" srcOrd="2" destOrd="0" presId="urn:microsoft.com/office/officeart/2005/8/layout/list1"/>
    <dgm:cxn modelId="{896798E7-28F4-4FFF-A069-A7D3E2D58A20}" type="presParOf" srcId="{E5EECCA3-F875-4B71-92CC-9CCDFB7DBFEF}" destId="{5785404B-F53E-4CF2-A702-90A46E89CED8}" srcOrd="3" destOrd="0" presId="urn:microsoft.com/office/officeart/2005/8/layout/list1"/>
    <dgm:cxn modelId="{D18C817B-9D90-4E91-B2BD-5A7FFB23B4EE}" type="presParOf" srcId="{E5EECCA3-F875-4B71-92CC-9CCDFB7DBFEF}" destId="{EF963990-07B7-4DBC-8CFE-C86D15B61BB6}" srcOrd="4" destOrd="0" presId="urn:microsoft.com/office/officeart/2005/8/layout/list1"/>
    <dgm:cxn modelId="{35D4E57B-7279-43F5-923A-5BF7AD59B8F6}" type="presParOf" srcId="{EF963990-07B7-4DBC-8CFE-C86D15B61BB6}" destId="{AEA4B341-6C57-43B8-BC42-9813D43D1335}" srcOrd="0" destOrd="4" presId="urn:microsoft.com/office/officeart/2005/8/layout/list1"/>
    <dgm:cxn modelId="{24B4108A-A0B3-4149-8CBF-846BB92B8376}" type="presOf" srcId="{CA58FE74-4619-4E47-BA6C-E0CD35AF5AC2}" destId="{AEA4B341-6C57-43B8-BC42-9813D43D1335}" srcOrd="0" destOrd="0" presId="urn:microsoft.com/office/officeart/2005/8/layout/list1"/>
    <dgm:cxn modelId="{E368E3CB-4E51-4C4A-A0BD-3120EC17E0D6}" type="presParOf" srcId="{EF963990-07B7-4DBC-8CFE-C86D15B61BB6}" destId="{DD07B078-3354-4F1B-9438-E4F95C4B43A6}" srcOrd="1" destOrd="4" presId="urn:microsoft.com/office/officeart/2005/8/layout/list1"/>
    <dgm:cxn modelId="{C0DD1B5B-B5C6-4825-B2DF-40E33862A3A8}" type="presOf" srcId="{CA58FE74-4619-4E47-BA6C-E0CD35AF5AC2}" destId="{DD07B078-3354-4F1B-9438-E4F95C4B43A6}" srcOrd="0" destOrd="0" presId="urn:microsoft.com/office/officeart/2005/8/layout/list1"/>
    <dgm:cxn modelId="{39A28872-2F00-4CAE-AEB7-09DEF403C9F4}" type="presParOf" srcId="{E5EECCA3-F875-4B71-92CC-9CCDFB7DBFEF}" destId="{98F9047E-C8BE-4990-B6F7-84F4581E1FEA}" srcOrd="5" destOrd="0" presId="urn:microsoft.com/office/officeart/2005/8/layout/list1"/>
    <dgm:cxn modelId="{14CB2BB6-C29A-4256-BAD5-702D1E78C418}" type="presParOf" srcId="{E5EECCA3-F875-4B71-92CC-9CCDFB7DBFEF}" destId="{FB20FF5F-D131-4A8A-AEBC-01A2B84D6655}" srcOrd="6" destOrd="0" presId="urn:microsoft.com/office/officeart/2005/8/layout/list1"/>
    <dgm:cxn modelId="{0103F46E-E030-4E78-B927-2531E81F6D75}" type="presParOf" srcId="{E5EECCA3-F875-4B71-92CC-9CCDFB7DBFEF}" destId="{AC1FEB9E-7ED9-4E44-9D47-B63AE5862158}" srcOrd="7" destOrd="0" presId="urn:microsoft.com/office/officeart/2005/8/layout/list1"/>
    <dgm:cxn modelId="{4664B478-D251-490D-8BE4-C8EAE57410BD}" type="presParOf" srcId="{E5EECCA3-F875-4B71-92CC-9CCDFB7DBFEF}" destId="{04A221FB-3A34-4804-9E1E-FAA254BEF819}" srcOrd="8" destOrd="0" presId="urn:microsoft.com/office/officeart/2005/8/layout/list1"/>
    <dgm:cxn modelId="{2D72EF34-B56F-4F67-8F41-854EDA50A820}" type="presParOf" srcId="{04A221FB-3A34-4804-9E1E-FAA254BEF819}" destId="{09CBCBA7-E2EE-4654-BCFB-AB2C2D77E66B}" srcOrd="0" destOrd="8" presId="urn:microsoft.com/office/officeart/2005/8/layout/list1"/>
    <dgm:cxn modelId="{5022FCF3-9732-4A91-AA5D-5604FDCFDEC2}" type="presOf" srcId="{D3284563-CEAB-43B3-81C4-5F6C081CBB78}" destId="{09CBCBA7-E2EE-4654-BCFB-AB2C2D77E66B}" srcOrd="0" destOrd="0" presId="urn:microsoft.com/office/officeart/2005/8/layout/list1"/>
    <dgm:cxn modelId="{018B5A20-4244-4CA6-84CD-50D82954C622}" type="presParOf" srcId="{04A221FB-3A34-4804-9E1E-FAA254BEF819}" destId="{F8B30F84-9FC1-4455-B8FC-CA5DC2189586}" srcOrd="1" destOrd="8" presId="urn:microsoft.com/office/officeart/2005/8/layout/list1"/>
    <dgm:cxn modelId="{8C98CDB7-AE74-4F7A-8437-67DF390E7D8A}" type="presOf" srcId="{D3284563-CEAB-43B3-81C4-5F6C081CBB78}" destId="{F8B30F84-9FC1-4455-B8FC-CA5DC2189586}" srcOrd="0" destOrd="0" presId="urn:microsoft.com/office/officeart/2005/8/layout/list1"/>
    <dgm:cxn modelId="{5D9D4E7D-28D4-4ABE-B90C-8F02461C8347}" type="presParOf" srcId="{E5EECCA3-F875-4B71-92CC-9CCDFB7DBFEF}" destId="{75AF99AA-34AA-4169-A0AA-91E0CC0C2D15}" srcOrd="9" destOrd="0" presId="urn:microsoft.com/office/officeart/2005/8/layout/list1"/>
    <dgm:cxn modelId="{3CAAF116-4AAA-4C8B-A72F-7ED7525D3E99}" type="presParOf" srcId="{E5EECCA3-F875-4B71-92CC-9CCDFB7DBFEF}" destId="{F855875C-E8B4-4273-8C6C-6A8EC3091B3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3E32B4-CE32-42BD-BD08-24ACC09C786F}" type="doc">
      <dgm:prSet loTypeId="relationship" loCatId="relationship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AE0A974E-5517-4B07-9D1B-1871E14DA6EF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Input: Syllabus Topics + Weightage</a:t>
          </a: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 </a:t>
          </a: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IN" altLang="en-US" sz="16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1.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Select subject/topic (Math, Science, etc.)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6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2.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Assign importance or weight to topics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/>
          </a:r>
          <a:endParaRPr lang="en-US" altLang="en-US" sz="16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Difficulty Level</a:t>
          </a: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s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6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Easy, Medium, Hard selection </a:t>
          </a: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, 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Controlled question generation based on level</a:t>
          </a:r>
          <a:r>
            <a:rPr lang="en-US" sz="1600"/>
            <a:t/>
          </a:r>
          <a:endParaRPr lang="en-US" sz="1600"/>
        </a:p>
      </dgm:t>
    </dgm:pt>
    <dgm:pt modelId="{4008E981-E3B2-47F6-B0BC-AD9904128A77}" cxnId="{3F87F5CD-B6D2-4058-AD22-43AFDA035366}" type="parTrans">
      <dgm:prSet/>
      <dgm:spPr/>
      <dgm:t>
        <a:bodyPr/>
        <a:p>
          <a:endParaRPr lang="en-US"/>
        </a:p>
      </dgm:t>
    </dgm:pt>
    <dgm:pt modelId="{03C95618-CEB7-4107-B22C-F64F952ECFC6}" cxnId="{3F87F5CD-B6D2-4058-AD22-43AFDA035366}" type="sibTrans">
      <dgm:prSet/>
      <dgm:spPr/>
      <dgm:t>
        <a:bodyPr/>
        <a:p>
          <a:endParaRPr lang="en-US"/>
        </a:p>
      </dgm:t>
    </dgm:pt>
    <dgm:pt modelId="{85ECAB72-0DB0-49C1-8708-B275D234BF40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Randomized but Controlled Generation</a:t>
          </a: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Questions generated randomly</a:t>
          </a: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Logic ensures variety and structure</a:t>
          </a: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Timer-Based Exam (from your program)</a:t>
          </a: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Time per question feature</a:t>
          </a: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Automatic question switching </a:t>
          </a:r>
          <a:r>
            <a:rPr lang="en-I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, </a:t>
          </a: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Export to PDF (Future Enhancement)</a:t>
          </a:r>
          <a:r>
            <a:rPr lang="en-US" sz="1400"/>
            <a:t/>
          </a:r>
          <a:endParaRPr lang="en-US" sz="1400"/>
        </a:p>
      </dgm:t>
    </dgm:pt>
    <dgm:pt modelId="{11C977D8-5541-440E-BDC8-28AE72B95D95}" cxnId="{14D2FFC8-B79A-4A45-BB92-C13BF8707A88}" type="parTrans">
      <dgm:prSet/>
      <dgm:spPr/>
      <dgm:t>
        <a:bodyPr/>
        <a:p>
          <a:endParaRPr lang="en-US"/>
        </a:p>
      </dgm:t>
    </dgm:pt>
    <dgm:pt modelId="{56574561-4502-4E22-A9B3-6B1DBC46E9F7}" cxnId="{14D2FFC8-B79A-4A45-BB92-C13BF8707A88}" type="sibTrans">
      <dgm:prSet/>
      <dgm:spPr/>
      <dgm:t>
        <a:bodyPr/>
        <a:p>
          <a:endParaRPr lang="en-US"/>
        </a:p>
      </dgm:t>
    </dgm:pt>
    <dgm:pt modelId="{8512AE1B-843B-4AAE-BA09-F10126D844EA}" type="pres">
      <dgm:prSet presAssocID="{AF3E32B4-CE32-42BD-BD08-24ACC09C786F}" presName="Name0" presStyleCnt="0">
        <dgm:presLayoutVars>
          <dgm:chMax val="2"/>
          <dgm:chPref val="2"/>
          <dgm:animLvl val="lvl"/>
        </dgm:presLayoutVars>
      </dgm:prSet>
      <dgm:spPr/>
    </dgm:pt>
    <dgm:pt modelId="{869E7441-B8AE-403A-BC9C-A55F988A5613}" type="pres">
      <dgm:prSet presAssocID="{AF3E32B4-CE32-42BD-BD08-24ACC09C786F}" presName="LeftText" presStyleCnt="0">
        <dgm:presLayoutVars>
          <dgm:bulletEnabled val="1"/>
        </dgm:presLayoutVars>
      </dgm:prSet>
      <dgm:spPr/>
    </dgm:pt>
    <dgm:pt modelId="{8C9F0B33-CCAD-4C86-9908-DC9CCE3ADB83}" type="pres">
      <dgm:prSet presAssocID="{AF3E32B4-CE32-42BD-BD08-24ACC09C786F}" presName="LeftNode" presStyleLbl="bgImgPlace1" presStyleIdx="0" presStyleCnt="2">
        <dgm:presLayoutVars>
          <dgm:chMax val="2"/>
          <dgm:chPref val="2"/>
        </dgm:presLayoutVars>
      </dgm:prSet>
      <dgm:spPr/>
    </dgm:pt>
    <dgm:pt modelId="{4C219282-FABA-4713-B616-C8777EAE7758}" type="pres">
      <dgm:prSet presAssocID="{AF3E32B4-CE32-42BD-BD08-24ACC09C786F}" presName="RightText" presStyleCnt="0">
        <dgm:presLayoutVars>
          <dgm:bulletEnabled val="1"/>
        </dgm:presLayoutVars>
      </dgm:prSet>
      <dgm:spPr/>
    </dgm:pt>
    <dgm:pt modelId="{78E015E8-899D-47C8-9BCE-BF7D2AEE5401}" type="pres">
      <dgm:prSet presAssocID="{AF3E32B4-CE32-42BD-BD08-24ACC09C786F}" presName="RightNode" presStyleLbl="bgImgPlace1" presStyleIdx="1" presStyleCnt="2">
        <dgm:presLayoutVars>
          <dgm:chMax val="0"/>
          <dgm:chPref val="0"/>
        </dgm:presLayoutVars>
      </dgm:prSet>
      <dgm:spPr/>
    </dgm:pt>
    <dgm:pt modelId="{130C526B-E31F-4388-9BFA-98D55B25F242}" type="pres">
      <dgm:prSet presAssocID="{AF3E32B4-CE32-42BD-BD08-24ACC09C786F}" presName="TopArrow" presStyleLbl="node1" presStyleIdx="0" presStyleCnt="2"/>
      <dgm:spPr/>
    </dgm:pt>
    <dgm:pt modelId="{5A31A79A-9257-4975-AB8D-29C4EE00596F}" type="pres">
      <dgm:prSet presAssocID="{AF3E32B4-CE32-42BD-BD08-24ACC09C786F}" presName="BottomArrow" presStyleLbl="node1" presStyleIdx="1" presStyleCnt="2"/>
      <dgm:spPr/>
    </dgm:pt>
  </dgm:ptLst>
  <dgm:cxnLst>
    <dgm:cxn modelId="{3F87F5CD-B6D2-4058-AD22-43AFDA035366}" srcId="{AF3E32B4-CE32-42BD-BD08-24ACC09C786F}" destId="{AE0A974E-5517-4B07-9D1B-1871E14DA6EF}" srcOrd="0" destOrd="0" parTransId="{4008E981-E3B2-47F6-B0BC-AD9904128A77}" sibTransId="{03C95618-CEB7-4107-B22C-F64F952ECFC6}"/>
    <dgm:cxn modelId="{14D2FFC8-B79A-4A45-BB92-C13BF8707A88}" srcId="{AF3E32B4-CE32-42BD-BD08-24ACC09C786F}" destId="{85ECAB72-0DB0-49C1-8708-B275D234BF40}" srcOrd="1" destOrd="0" parTransId="{11C977D8-5541-440E-BDC8-28AE72B95D95}" sibTransId="{56574561-4502-4E22-A9B3-6B1DBC46E9F7}"/>
    <dgm:cxn modelId="{E7534B5D-4F54-4F7C-AF68-8855A8D0F140}" type="presOf" srcId="{AF3E32B4-CE32-42BD-BD08-24ACC09C786F}" destId="{8512AE1B-843B-4AAE-BA09-F10126D844EA}" srcOrd="0" destOrd="0" presId="urn:microsoft.com/office/officeart/2009/layout/ReverseList"/>
    <dgm:cxn modelId="{D10D906E-C0F0-46D4-9F87-D1D4AE1C4A6A}" type="presParOf" srcId="{8512AE1B-843B-4AAE-BA09-F10126D844EA}" destId="{869E7441-B8AE-403A-BC9C-A55F988A5613}" srcOrd="0" destOrd="0" presId="urn:microsoft.com/office/officeart/2009/layout/ReverseList"/>
    <dgm:cxn modelId="{7F42897E-888A-4580-8129-7609578E4116}" type="presOf" srcId="{AE0A974E-5517-4B07-9D1B-1871E14DA6EF}" destId="{869E7441-B8AE-403A-BC9C-A55F988A5613}" srcOrd="1" destOrd="0" presId="urn:microsoft.com/office/officeart/2009/layout/ReverseList"/>
    <dgm:cxn modelId="{8FF1F9ED-E1A8-4217-A173-B3F0663BA536}" type="presParOf" srcId="{8512AE1B-843B-4AAE-BA09-F10126D844EA}" destId="{8C9F0B33-CCAD-4C86-9908-DC9CCE3ADB83}" srcOrd="1" destOrd="0" presId="urn:microsoft.com/office/officeart/2009/layout/ReverseList"/>
    <dgm:cxn modelId="{C9C21A6F-7267-4FD9-B692-0405AD0D289C}" type="presOf" srcId="{AE0A974E-5517-4B07-9D1B-1871E14DA6EF}" destId="{8C9F0B33-CCAD-4C86-9908-DC9CCE3ADB83}" srcOrd="0" destOrd="0" presId="urn:microsoft.com/office/officeart/2009/layout/ReverseList"/>
    <dgm:cxn modelId="{11181DCB-CD07-425F-A222-36A781B6DE71}" type="presParOf" srcId="{8512AE1B-843B-4AAE-BA09-F10126D844EA}" destId="{4C219282-FABA-4713-B616-C8777EAE7758}" srcOrd="2" destOrd="0" presId="urn:microsoft.com/office/officeart/2009/layout/ReverseList"/>
    <dgm:cxn modelId="{3D6FDF97-5C66-4510-AC93-4D0D9E6D548A}" type="presOf" srcId="{85ECAB72-0DB0-49C1-8708-B275D234BF40}" destId="{4C219282-FABA-4713-B616-C8777EAE7758}" srcOrd="1" destOrd="0" presId="urn:microsoft.com/office/officeart/2009/layout/ReverseList"/>
    <dgm:cxn modelId="{99513F71-B160-4362-89E1-1F170C71FE76}" type="presParOf" srcId="{8512AE1B-843B-4AAE-BA09-F10126D844EA}" destId="{78E015E8-899D-47C8-9BCE-BF7D2AEE5401}" srcOrd="3" destOrd="0" presId="urn:microsoft.com/office/officeart/2009/layout/ReverseList"/>
    <dgm:cxn modelId="{5F141992-6AFD-4E22-83B1-090EF1458858}" type="presOf" srcId="{85ECAB72-0DB0-49C1-8708-B275D234BF40}" destId="{78E015E8-899D-47C8-9BCE-BF7D2AEE5401}" srcOrd="0" destOrd="0" presId="urn:microsoft.com/office/officeart/2009/layout/ReverseList"/>
    <dgm:cxn modelId="{59001E2E-1742-4148-A25A-DFA4BF6AFB2C}" type="presParOf" srcId="{8512AE1B-843B-4AAE-BA09-F10126D844EA}" destId="{130C526B-E31F-4388-9BFA-98D55B25F242}" srcOrd="4" destOrd="0" presId="urn:microsoft.com/office/officeart/2009/layout/ReverseList"/>
    <dgm:cxn modelId="{D80B7F3D-7F34-4C5D-AFEF-F6AA1B0C483A}" type="presParOf" srcId="{8512AE1B-843B-4AAE-BA09-F10126D844EA}" destId="{5A31A79A-9257-4975-AB8D-29C4EE00596F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E259BE-FD81-44F8-8AD8-696122467FE8}" type="doc">
      <dgm:prSet loTypeId="lis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D49F27BA-C7D4-47F5-A566-6558CB160CCE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sz="2000" b="1"/>
            <a:t>Output generation</a:t>
          </a:r>
          <a:r>
            <a:rPr lang="en-IN" altLang="en-US" sz="1800" b="1"/>
            <a:t> </a:t>
          </a:r>
          <a:r>
            <a:rPr lang="en-IN" altLang="en-US" sz="1800" b="1"/>
            <a:t/>
          </a:r>
          <a:endParaRPr lang="en-IN" altLang="en-US" sz="1800" b="1"/>
        </a:p>
      </dgm:t>
    </dgm:pt>
    <dgm:pt modelId="{DFF52EEB-FE15-4438-9ABF-8177F955BE98}" cxnId="{3E180810-2EF8-49D6-8C1C-9C28AE66C74E}" type="parTrans">
      <dgm:prSet/>
      <dgm:spPr/>
      <dgm:t>
        <a:bodyPr/>
        <a:p>
          <a:endParaRPr lang="en-US"/>
        </a:p>
      </dgm:t>
    </dgm:pt>
    <dgm:pt modelId="{6C7F23EE-527F-445D-A03B-C095553F5BFB}" cxnId="{3E180810-2EF8-49D6-8C1C-9C28AE66C74E}" type="sibTrans">
      <dgm:prSet/>
      <dgm:spPr/>
      <dgm:t>
        <a:bodyPr/>
        <a:p>
          <a:endParaRPr lang="en-US"/>
        </a:p>
      </dgm:t>
    </dgm:pt>
    <dgm:pt modelId="{1A95FDA0-3844-435D-9E9C-86ADA9E455A3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ym typeface="+mn-ea"/>
            </a:rPr>
            <a:t/>
          </a:r>
          <a:endParaRPr sz="16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 i="1">
              <a:sym typeface="+mn-ea"/>
            </a:rPr>
            <a:t>Automatically generated question paper</a:t>
          </a:r>
          <a:r>
            <a:rPr sz="1600" i="1">
              <a:sym typeface="+mn-ea"/>
            </a:rPr>
            <a:t/>
          </a:r>
          <a:endParaRPr sz="1600" i="1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 i="1">
              <a:sym typeface="+mn-ea"/>
            </a:rPr>
            <a:t> Questions based on selected topic &amp; difficulty </a:t>
          </a:r>
          <a:r>
            <a:rPr sz="1800" i="1">
              <a:sym typeface="+mn-ea"/>
            </a:rPr>
            <a:t/>
          </a:r>
          <a:endParaRPr sz="1800" i="1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i="1"/>
            <a:t/>
          </a:r>
          <a:endParaRPr lang="en-US" sz="1800" i="1"/>
        </a:p>
      </dgm:t>
    </dgm:pt>
    <dgm:pt modelId="{087CCA06-0DDB-4D11-83D1-BCE3FCB04E7F}" cxnId="{35EEA0AE-8D64-41F1-B2C7-3629AB92D534}" type="parTrans">
      <dgm:prSet/>
      <dgm:spPr/>
      <dgm:t>
        <a:bodyPr/>
        <a:p>
          <a:endParaRPr lang="en-US"/>
        </a:p>
      </dgm:t>
    </dgm:pt>
    <dgm:pt modelId="{8D56E4F9-6742-478E-A47A-C0FA477F77A1}" cxnId="{35EEA0AE-8D64-41F1-B2C7-3629AB92D534}" type="sibTrans">
      <dgm:prSet/>
      <dgm:spPr/>
      <dgm:t>
        <a:bodyPr/>
        <a:p>
          <a:endParaRPr lang="en-US"/>
        </a:p>
      </dgm:t>
    </dgm:pt>
    <dgm:pt modelId="{9EA2BCD1-0D78-4E94-A73B-32D726AF7A4B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400" i="1">
              <a:sym typeface="+mn-ea"/>
            </a:rPr>
            <a:t> </a:t>
          </a:r>
          <a:r>
            <a:rPr sz="1600" i="1">
              <a:sym typeface="+mn-ea"/>
            </a:rPr>
            <a:t>Timer-based exam interface </a:t>
          </a:r>
          <a:r>
            <a:rPr sz="1600" i="1">
              <a:sym typeface="+mn-ea"/>
            </a:rPr>
            <a:t/>
          </a:r>
          <a:endParaRPr sz="1600" i="1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 i="1">
              <a:sym typeface="+mn-ea"/>
            </a:rPr>
            <a:t> (Future) P</a:t>
          </a:r>
          <a:r>
            <a:rPr sz="1600" i="1">
              <a:sym typeface="+mn-ea"/>
            </a:rPr>
            <a:t>DF export of paper </a:t>
          </a:r>
          <a:r>
            <a:rPr lang="en-US" sz="1600" i="1"/>
            <a:t/>
          </a:r>
          <a:endParaRPr lang="en-US" sz="1600" i="1"/>
        </a:p>
      </dgm:t>
    </dgm:pt>
    <dgm:pt modelId="{953B678C-BBCF-4B85-A6D8-4576A3CAAE8A}" cxnId="{7AECF513-E142-45B6-A6F0-60FCACB30882}" type="parTrans">
      <dgm:prSet/>
      <dgm:spPr/>
      <dgm:t>
        <a:bodyPr/>
        <a:p>
          <a:endParaRPr lang="en-US"/>
        </a:p>
      </dgm:t>
    </dgm:pt>
    <dgm:pt modelId="{987F1CEA-C3B3-4FDA-9632-03C9D800C3D3}" cxnId="{7AECF513-E142-45B6-A6F0-60FCACB30882}" type="sibTrans">
      <dgm:prSet/>
      <dgm:spPr/>
      <dgm:t>
        <a:bodyPr/>
        <a:p>
          <a:endParaRPr lang="en-US"/>
        </a:p>
      </dgm:t>
    </dgm:pt>
    <dgm:pt modelId="{A8D79439-D5EC-4A2C-8886-3366D5388AE4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sz="1800" b="1"/>
            <a:t>Difficulty Distribution</a:t>
          </a:r>
          <a:r>
            <a:rPr lang="en-IN" altLang="en-US" sz="1800" b="1"/>
            <a:t/>
          </a:r>
          <a:endParaRPr lang="en-IN" altLang="en-US" sz="1800" b="1"/>
        </a:p>
      </dgm:t>
    </dgm:pt>
    <dgm:pt modelId="{76D1CF85-CE3E-482B-BBDE-33CB26C491B3}" cxnId="{7569ABDB-71E5-4D1A-85FA-515E637120CB}" type="parTrans">
      <dgm:prSet/>
      <dgm:spPr/>
      <dgm:t>
        <a:bodyPr/>
        <a:p>
          <a:endParaRPr lang="en-US"/>
        </a:p>
      </dgm:t>
    </dgm:pt>
    <dgm:pt modelId="{894E5B85-0B0F-4179-80FC-578AC7607573}" cxnId="{7569ABDB-71E5-4D1A-85FA-515E637120CB}" type="sibTrans">
      <dgm:prSet/>
      <dgm:spPr/>
      <dgm:t>
        <a:bodyPr/>
        <a:p>
          <a:endParaRPr lang="en-US"/>
        </a:p>
      </dgm:t>
    </dgm:pt>
    <dgm:pt modelId="{3551B63F-97E5-4C25-8E48-EA3324E4693A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ym typeface="+mn-ea"/>
            </a:rPr>
            <a:t>Easy → Basic understanding </a:t>
          </a:r>
          <a:endParaRPr sz="16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ym typeface="+mn-ea"/>
            </a:rPr>
            <a:t> Medium → Concept application </a:t>
          </a:r>
          <a:r>
            <a:rPr lang="en-US" sz="1600"/>
            <a:t/>
          </a:r>
          <a:endParaRPr lang="en-US" sz="1600"/>
        </a:p>
      </dgm:t>
    </dgm:pt>
    <dgm:pt modelId="{D45CBEB4-CA5A-42B2-A8B1-A227C3D51854}" cxnId="{731BAD26-B180-4FC4-AF2A-770813B2F0C2}" type="parTrans">
      <dgm:prSet/>
      <dgm:spPr/>
      <dgm:t>
        <a:bodyPr/>
        <a:p>
          <a:endParaRPr lang="en-US"/>
        </a:p>
      </dgm:t>
    </dgm:pt>
    <dgm:pt modelId="{2A745622-EF74-41CE-8640-57C9EC089F05}" cxnId="{731BAD26-B180-4FC4-AF2A-770813B2F0C2}" type="sibTrans">
      <dgm:prSet/>
      <dgm:spPr/>
      <dgm:t>
        <a:bodyPr/>
        <a:p>
          <a:endParaRPr lang="en-US"/>
        </a:p>
      </dgm:t>
    </dgm:pt>
    <dgm:pt modelId="{D04FF620-4B41-4CAA-8929-514DCBD2266E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ym typeface="+mn-ea"/>
            </a:rPr>
            <a:t>Hard → Analytical / advanced questions </a:t>
          </a:r>
          <a:r>
            <a:rPr sz="1600">
              <a:sym typeface="+mn-ea"/>
            </a:rPr>
            <a:t/>
          </a:r>
          <a:endParaRPr sz="16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ym typeface="+mn-ea"/>
            </a:rPr>
            <a:t>System ensures balanced mix of all levels</a:t>
          </a:r>
          <a:r>
            <a:rPr lang="en-US" sz="1600"/>
            <a:t/>
          </a:r>
          <a:endParaRPr lang="en-US" sz="1600"/>
        </a:p>
      </dgm:t>
    </dgm:pt>
    <dgm:pt modelId="{3BC6F2F2-8C49-4C58-B5DA-8E98379C9847}" cxnId="{088FBE57-0465-45A2-8CE3-483D44770E38}" type="parTrans">
      <dgm:prSet/>
      <dgm:spPr/>
      <dgm:t>
        <a:bodyPr/>
        <a:p>
          <a:endParaRPr lang="en-US"/>
        </a:p>
      </dgm:t>
    </dgm:pt>
    <dgm:pt modelId="{0E2F740E-37D3-4AE1-8588-8A1DD86262F2}" cxnId="{088FBE57-0465-45A2-8CE3-483D44770E38}" type="sibTrans">
      <dgm:prSet/>
      <dgm:spPr/>
      <dgm:t>
        <a:bodyPr/>
        <a:p>
          <a:endParaRPr lang="en-US"/>
        </a:p>
      </dgm:t>
    </dgm:pt>
    <dgm:pt modelId="{73F0E6AA-1B12-4917-A5B9-27714EB21A6F}" type="pres">
      <dgm:prSet presAssocID="{70E259BE-FD81-44F8-8AD8-696122467FE8}" presName="list" presStyleCnt="0">
        <dgm:presLayoutVars>
          <dgm:dir/>
          <dgm:animLvl val="lvl"/>
        </dgm:presLayoutVars>
      </dgm:prSet>
      <dgm:spPr/>
    </dgm:pt>
    <dgm:pt modelId="{9EB08046-B0A8-40D6-9F0C-C2EFDB819E01}" type="pres">
      <dgm:prSet presAssocID="{D49F27BA-C7D4-47F5-A566-6558CB160CCE}" presName="posSpace" presStyleCnt="0"/>
      <dgm:spPr/>
    </dgm:pt>
    <dgm:pt modelId="{771756F4-E425-4246-8438-12F2B4FD2670}" type="pres">
      <dgm:prSet presAssocID="{D49F27BA-C7D4-47F5-A566-6558CB160CCE}" presName="vertFlow" presStyleCnt="0"/>
      <dgm:spPr/>
    </dgm:pt>
    <dgm:pt modelId="{55853259-BBE5-4C45-95ED-7DCB7230171A}" type="pres">
      <dgm:prSet presAssocID="{D49F27BA-C7D4-47F5-A566-6558CB160CCE}" presName="topSpace" presStyleCnt="0"/>
      <dgm:spPr/>
    </dgm:pt>
    <dgm:pt modelId="{8C960F9D-26EC-4627-9CF2-7B18C666CB35}" type="pres">
      <dgm:prSet presAssocID="{D49F27BA-C7D4-47F5-A566-6558CB160CCE}" presName="firstComp" presStyleCnt="0"/>
      <dgm:spPr/>
    </dgm:pt>
    <dgm:pt modelId="{F8D49E38-B053-4501-BD89-EB8E5A6A61CD}" type="pres">
      <dgm:prSet presAssocID="{D49F27BA-C7D4-47F5-A566-6558CB160CCE}" presName="firstChild" presStyleLbl="bgAccFollowNode1" presStyleIdx="0" presStyleCnt="4"/>
      <dgm:spPr/>
    </dgm:pt>
    <dgm:pt modelId="{28FDBCD3-F61A-450D-892D-E8EA240C3445}" type="pres">
      <dgm:prSet presAssocID="{D49F27BA-C7D4-47F5-A566-6558CB160CCE}" presName="firstChildTx" presStyleCnt="0">
        <dgm:presLayoutVars>
          <dgm:bulletEnabled val="1"/>
        </dgm:presLayoutVars>
      </dgm:prSet>
      <dgm:spPr/>
    </dgm:pt>
    <dgm:pt modelId="{36B998BC-CC63-4AE7-B372-7EA6115622C7}" type="pres">
      <dgm:prSet presAssocID="{9EA2BCD1-0D78-4E94-A73B-32D726AF7A4B}" presName="comp" presStyleCnt="0"/>
      <dgm:spPr/>
    </dgm:pt>
    <dgm:pt modelId="{01119332-89A2-4784-81C1-FF89BAFEA3B2}" type="pres">
      <dgm:prSet presAssocID="{9EA2BCD1-0D78-4E94-A73B-32D726AF7A4B}" presName="child" presStyleLbl="bgAccFollowNode1" presStyleIdx="1" presStyleCnt="4"/>
      <dgm:spPr/>
    </dgm:pt>
    <dgm:pt modelId="{EB91C378-F5E2-4623-A32D-0429BACB9378}" type="pres">
      <dgm:prSet presAssocID="{9EA2BCD1-0D78-4E94-A73B-32D726AF7A4B}" presName="childTx" presStyleCnt="0">
        <dgm:presLayoutVars>
          <dgm:bulletEnabled val="1"/>
        </dgm:presLayoutVars>
      </dgm:prSet>
      <dgm:spPr/>
    </dgm:pt>
    <dgm:pt modelId="{E16CB8C9-D1FB-4FF3-8667-AEACA8E83E5C}" type="pres">
      <dgm:prSet presAssocID="{D49F27BA-C7D4-47F5-A566-6558CB160CCE}" presName="negSpace" presStyleCnt="0"/>
      <dgm:spPr/>
    </dgm:pt>
    <dgm:pt modelId="{92447B8B-B043-4F04-A3B7-D0DE831D4431}" type="pres">
      <dgm:prSet presAssocID="{D49F27BA-C7D4-47F5-A566-6558CB160CCE}" presName="circle" presStyleLbl="node1" presStyleIdx="0" presStyleCnt="2"/>
      <dgm:spPr/>
    </dgm:pt>
    <dgm:pt modelId="{86EC9F84-227C-4E06-9DF9-580577FF07E6}" type="pres">
      <dgm:prSet presAssocID="{6C7F23EE-527F-445D-A03B-C095553F5BFB}" presName="transSpace" presStyleCnt="0"/>
      <dgm:spPr/>
    </dgm:pt>
    <dgm:pt modelId="{18930822-DE8A-4ABA-986D-CE814670A45E}" type="pres">
      <dgm:prSet presAssocID="{A8D79439-D5EC-4A2C-8886-3366D5388AE4}" presName="posSpace" presStyleCnt="0"/>
      <dgm:spPr/>
    </dgm:pt>
    <dgm:pt modelId="{0A15879E-9902-4979-B022-1C436A8138BA}" type="pres">
      <dgm:prSet presAssocID="{A8D79439-D5EC-4A2C-8886-3366D5388AE4}" presName="vertFlow" presStyleCnt="0"/>
      <dgm:spPr/>
    </dgm:pt>
    <dgm:pt modelId="{B212BFCE-AFC4-4470-9DE6-F92A458943E5}" type="pres">
      <dgm:prSet presAssocID="{A8D79439-D5EC-4A2C-8886-3366D5388AE4}" presName="topSpace" presStyleCnt="0"/>
      <dgm:spPr/>
    </dgm:pt>
    <dgm:pt modelId="{9C59777D-1DF0-421E-9582-AB045FE3CF8B}" type="pres">
      <dgm:prSet presAssocID="{A8D79439-D5EC-4A2C-8886-3366D5388AE4}" presName="firstComp" presStyleCnt="0"/>
      <dgm:spPr/>
    </dgm:pt>
    <dgm:pt modelId="{B4EA86C9-9645-41DF-AB1C-E026D8E8F43F}" type="pres">
      <dgm:prSet presAssocID="{A8D79439-D5EC-4A2C-8886-3366D5388AE4}" presName="firstChild" presStyleLbl="bgAccFollowNode1" presStyleIdx="2" presStyleCnt="4"/>
      <dgm:spPr/>
    </dgm:pt>
    <dgm:pt modelId="{FFBACF87-1AED-4FB0-90AE-33D277960054}" type="pres">
      <dgm:prSet presAssocID="{A8D79439-D5EC-4A2C-8886-3366D5388AE4}" presName="firstChildTx" presStyleCnt="0">
        <dgm:presLayoutVars>
          <dgm:bulletEnabled val="1"/>
        </dgm:presLayoutVars>
      </dgm:prSet>
      <dgm:spPr/>
    </dgm:pt>
    <dgm:pt modelId="{CBE40A5F-D0EC-4B4A-A524-5B4A3F2C8285}" type="pres">
      <dgm:prSet presAssocID="{D04FF620-4B41-4CAA-8929-514DCBD2266E}" presName="comp" presStyleCnt="0"/>
      <dgm:spPr/>
    </dgm:pt>
    <dgm:pt modelId="{9C36922A-5FA7-4B49-8BAB-B4B99DE5740F}" type="pres">
      <dgm:prSet presAssocID="{D04FF620-4B41-4CAA-8929-514DCBD2266E}" presName="child" presStyleLbl="bgAccFollowNode1" presStyleIdx="3" presStyleCnt="4"/>
      <dgm:spPr/>
    </dgm:pt>
    <dgm:pt modelId="{FF591285-8ECD-4413-A53B-011294184BA2}" type="pres">
      <dgm:prSet presAssocID="{D04FF620-4B41-4CAA-8929-514DCBD2266E}" presName="childTx" presStyleCnt="0">
        <dgm:presLayoutVars>
          <dgm:bulletEnabled val="1"/>
        </dgm:presLayoutVars>
      </dgm:prSet>
      <dgm:spPr/>
    </dgm:pt>
    <dgm:pt modelId="{F8B169DC-C365-4F65-9BF5-245F62A807F7}" type="pres">
      <dgm:prSet presAssocID="{A8D79439-D5EC-4A2C-8886-3366D5388AE4}" presName="negSpace" presStyleCnt="0"/>
      <dgm:spPr/>
    </dgm:pt>
    <dgm:pt modelId="{789C2E5F-53BE-4B9F-8B8F-155498EB6E4B}" type="pres">
      <dgm:prSet presAssocID="{A8D79439-D5EC-4A2C-8886-3366D5388AE4}" presName="circle" presStyleLbl="node1" presStyleIdx="1" presStyleCnt="2"/>
      <dgm:spPr/>
    </dgm:pt>
  </dgm:ptLst>
  <dgm:cxnLst>
    <dgm:cxn modelId="{3E180810-2EF8-49D6-8C1C-9C28AE66C74E}" srcId="{70E259BE-FD81-44F8-8AD8-696122467FE8}" destId="{D49F27BA-C7D4-47F5-A566-6558CB160CCE}" srcOrd="0" destOrd="0" parTransId="{DFF52EEB-FE15-4438-9ABF-8177F955BE98}" sibTransId="{6C7F23EE-527F-445D-A03B-C095553F5BFB}"/>
    <dgm:cxn modelId="{35EEA0AE-8D64-41F1-B2C7-3629AB92D534}" srcId="{D49F27BA-C7D4-47F5-A566-6558CB160CCE}" destId="{1A95FDA0-3844-435D-9E9C-86ADA9E455A3}" srcOrd="0" destOrd="0" parTransId="{087CCA06-0DDB-4D11-83D1-BCE3FCB04E7F}" sibTransId="{8D56E4F9-6742-478E-A47A-C0FA477F77A1}"/>
    <dgm:cxn modelId="{7AECF513-E142-45B6-A6F0-60FCACB30882}" srcId="{D49F27BA-C7D4-47F5-A566-6558CB160CCE}" destId="{9EA2BCD1-0D78-4E94-A73B-32D726AF7A4B}" srcOrd="1" destOrd="0" parTransId="{953B678C-BBCF-4B85-A6D8-4576A3CAAE8A}" sibTransId="{987F1CEA-C3B3-4FDA-9632-03C9D800C3D3}"/>
    <dgm:cxn modelId="{7569ABDB-71E5-4D1A-85FA-515E637120CB}" srcId="{70E259BE-FD81-44F8-8AD8-696122467FE8}" destId="{A8D79439-D5EC-4A2C-8886-3366D5388AE4}" srcOrd="1" destOrd="0" parTransId="{76D1CF85-CE3E-482B-BBDE-33CB26C491B3}" sibTransId="{894E5B85-0B0F-4179-80FC-578AC7607573}"/>
    <dgm:cxn modelId="{731BAD26-B180-4FC4-AF2A-770813B2F0C2}" srcId="{A8D79439-D5EC-4A2C-8886-3366D5388AE4}" destId="{3551B63F-97E5-4C25-8E48-EA3324E4693A}" srcOrd="0" destOrd="1" parTransId="{D45CBEB4-CA5A-42B2-A8B1-A227C3D51854}" sibTransId="{2A745622-EF74-41CE-8640-57C9EC089F05}"/>
    <dgm:cxn modelId="{088FBE57-0465-45A2-8CE3-483D44770E38}" srcId="{A8D79439-D5EC-4A2C-8886-3366D5388AE4}" destId="{D04FF620-4B41-4CAA-8929-514DCBD2266E}" srcOrd="1" destOrd="1" parTransId="{3BC6F2F2-8C49-4C58-B5DA-8E98379C9847}" sibTransId="{0E2F740E-37D3-4AE1-8588-8A1DD86262F2}"/>
    <dgm:cxn modelId="{AA7018D5-9DBA-4BEB-ADC3-E309DD68F518}" type="presOf" srcId="{70E259BE-FD81-44F8-8AD8-696122467FE8}" destId="{73F0E6AA-1B12-4917-A5B9-27714EB21A6F}" srcOrd="0" destOrd="0" presId="urn:microsoft.com/office/officeart/2005/8/layout/hList9"/>
    <dgm:cxn modelId="{E7BE4348-F375-404D-BB7E-08EC685336EA}" type="presParOf" srcId="{73F0E6AA-1B12-4917-A5B9-27714EB21A6F}" destId="{9EB08046-B0A8-40D6-9F0C-C2EFDB819E01}" srcOrd="0" destOrd="0" presId="urn:microsoft.com/office/officeart/2005/8/layout/hList9"/>
    <dgm:cxn modelId="{F7A59CE4-7F23-48A9-AAA4-1B0339B181AD}" type="presParOf" srcId="{73F0E6AA-1B12-4917-A5B9-27714EB21A6F}" destId="{771756F4-E425-4246-8438-12F2B4FD2670}" srcOrd="1" destOrd="0" presId="urn:microsoft.com/office/officeart/2005/8/layout/hList9"/>
    <dgm:cxn modelId="{4163934A-DCDD-4BDA-AECA-8E5D0564F061}" type="presParOf" srcId="{771756F4-E425-4246-8438-12F2B4FD2670}" destId="{55853259-BBE5-4C45-95ED-7DCB7230171A}" srcOrd="0" destOrd="1" presId="urn:microsoft.com/office/officeart/2005/8/layout/hList9"/>
    <dgm:cxn modelId="{C537B75B-F375-4F31-8822-B4337DC4B7BE}" type="presParOf" srcId="{771756F4-E425-4246-8438-12F2B4FD2670}" destId="{8C960F9D-26EC-4627-9CF2-7B18C666CB35}" srcOrd="1" destOrd="1" presId="urn:microsoft.com/office/officeart/2005/8/layout/hList9"/>
    <dgm:cxn modelId="{DDD55081-85C8-4FE8-8B61-40E7FC4482F2}" type="presParOf" srcId="{8C960F9D-26EC-4627-9CF2-7B18C666CB35}" destId="{F8D49E38-B053-4501-BD89-EB8E5A6A61CD}" srcOrd="0" destOrd="1" presId="urn:microsoft.com/office/officeart/2005/8/layout/hList9"/>
    <dgm:cxn modelId="{E7C57B95-A7DB-4AD7-B15E-E89F3F1859D4}" type="presOf" srcId="{1A95FDA0-3844-435D-9E9C-86ADA9E455A3}" destId="{F8D49E38-B053-4501-BD89-EB8E5A6A61CD}" srcOrd="0" destOrd="0" presId="urn:microsoft.com/office/officeart/2005/8/layout/hList9"/>
    <dgm:cxn modelId="{0A1C2CEA-D075-4A06-967A-811CE60A2DB0}" type="presParOf" srcId="{8C960F9D-26EC-4627-9CF2-7B18C666CB35}" destId="{28FDBCD3-F61A-450D-892D-E8EA240C3445}" srcOrd="1" destOrd="1" presId="urn:microsoft.com/office/officeart/2005/8/layout/hList9"/>
    <dgm:cxn modelId="{E2E06A00-3CFF-4329-9081-EB3A92350245}" type="presOf" srcId="{1A95FDA0-3844-435D-9E9C-86ADA9E455A3}" destId="{28FDBCD3-F61A-450D-892D-E8EA240C3445}" srcOrd="1" destOrd="0" presId="urn:microsoft.com/office/officeart/2005/8/layout/hList9"/>
    <dgm:cxn modelId="{FD519366-FC2C-4E50-901A-2957D53197D1}" type="presParOf" srcId="{771756F4-E425-4246-8438-12F2B4FD2670}" destId="{36B998BC-CC63-4AE7-B372-7EA6115622C7}" srcOrd="2" destOrd="1" presId="urn:microsoft.com/office/officeart/2005/8/layout/hList9"/>
    <dgm:cxn modelId="{EE3EBBA4-6B50-4F17-8440-7B70842B9E1E}" type="presParOf" srcId="{36B998BC-CC63-4AE7-B372-7EA6115622C7}" destId="{01119332-89A2-4784-81C1-FF89BAFEA3B2}" srcOrd="0" destOrd="2" presId="urn:microsoft.com/office/officeart/2005/8/layout/hList9"/>
    <dgm:cxn modelId="{A96DCB44-C2AB-465A-B469-26F4FECCD802}" type="presOf" srcId="{9EA2BCD1-0D78-4E94-A73B-32D726AF7A4B}" destId="{01119332-89A2-4784-81C1-FF89BAFEA3B2}" srcOrd="0" destOrd="0" presId="urn:microsoft.com/office/officeart/2005/8/layout/hList9"/>
    <dgm:cxn modelId="{3BADDB3A-2E3F-49E6-85D7-59A0FB3AF513}" type="presParOf" srcId="{36B998BC-CC63-4AE7-B372-7EA6115622C7}" destId="{EB91C378-F5E2-4623-A32D-0429BACB9378}" srcOrd="1" destOrd="2" presId="urn:microsoft.com/office/officeart/2005/8/layout/hList9"/>
    <dgm:cxn modelId="{929FF750-E58E-4B09-B869-7BF864F207A9}" type="presOf" srcId="{9EA2BCD1-0D78-4E94-A73B-32D726AF7A4B}" destId="{EB91C378-F5E2-4623-A32D-0429BACB9378}" srcOrd="1" destOrd="0" presId="urn:microsoft.com/office/officeart/2005/8/layout/hList9"/>
    <dgm:cxn modelId="{BE07E9C2-F0BD-4D01-B691-30BA978C2E07}" type="presParOf" srcId="{73F0E6AA-1B12-4917-A5B9-27714EB21A6F}" destId="{E16CB8C9-D1FB-4FF3-8667-AEACA8E83E5C}" srcOrd="2" destOrd="0" presId="urn:microsoft.com/office/officeart/2005/8/layout/hList9"/>
    <dgm:cxn modelId="{56C46BB0-C28C-40AA-A847-46BF2FE2332E}" type="presParOf" srcId="{73F0E6AA-1B12-4917-A5B9-27714EB21A6F}" destId="{92447B8B-B043-4F04-A3B7-D0DE831D4431}" srcOrd="3" destOrd="0" presId="urn:microsoft.com/office/officeart/2005/8/layout/hList9"/>
    <dgm:cxn modelId="{1775BB89-011D-4970-BD16-27EA1D5A2846}" type="presOf" srcId="{D49F27BA-C7D4-47F5-A566-6558CB160CCE}" destId="{92447B8B-B043-4F04-A3B7-D0DE831D4431}" srcOrd="0" destOrd="0" presId="urn:microsoft.com/office/officeart/2005/8/layout/hList9"/>
    <dgm:cxn modelId="{ABB8D45C-9A88-494B-B114-528AC84A7704}" type="presParOf" srcId="{73F0E6AA-1B12-4917-A5B9-27714EB21A6F}" destId="{86EC9F84-227C-4E06-9DF9-580577FF07E6}" srcOrd="4" destOrd="0" presId="urn:microsoft.com/office/officeart/2005/8/layout/hList9"/>
    <dgm:cxn modelId="{DAF08F8F-7E0F-43CC-BBFF-9078C68D589B}" type="presParOf" srcId="{73F0E6AA-1B12-4917-A5B9-27714EB21A6F}" destId="{18930822-DE8A-4ABA-986D-CE814670A45E}" srcOrd="5" destOrd="0" presId="urn:microsoft.com/office/officeart/2005/8/layout/hList9"/>
    <dgm:cxn modelId="{7F5E0669-F2CE-4C8B-9D72-396886FF0C62}" type="presParOf" srcId="{73F0E6AA-1B12-4917-A5B9-27714EB21A6F}" destId="{0A15879E-9902-4979-B022-1C436A8138BA}" srcOrd="6" destOrd="0" presId="urn:microsoft.com/office/officeart/2005/8/layout/hList9"/>
    <dgm:cxn modelId="{BC83D156-A738-4264-AC45-6BA9A7B2F777}" type="presParOf" srcId="{0A15879E-9902-4979-B022-1C436A8138BA}" destId="{B212BFCE-AFC4-4470-9DE6-F92A458943E5}" srcOrd="0" destOrd="6" presId="urn:microsoft.com/office/officeart/2005/8/layout/hList9"/>
    <dgm:cxn modelId="{E80E0675-8870-4AD2-AF76-3367B88F71CB}" type="presParOf" srcId="{0A15879E-9902-4979-B022-1C436A8138BA}" destId="{9C59777D-1DF0-421E-9582-AB045FE3CF8B}" srcOrd="1" destOrd="6" presId="urn:microsoft.com/office/officeart/2005/8/layout/hList9"/>
    <dgm:cxn modelId="{9C5EE1C2-F697-4FA1-B474-BEC1C11F996A}" type="presParOf" srcId="{9C59777D-1DF0-421E-9582-AB045FE3CF8B}" destId="{B4EA86C9-9645-41DF-AB1C-E026D8E8F43F}" srcOrd="0" destOrd="1" presId="urn:microsoft.com/office/officeart/2005/8/layout/hList9"/>
    <dgm:cxn modelId="{3B1EBA9F-D76F-4DDE-B658-DC717838F04E}" type="presOf" srcId="{3551B63F-97E5-4C25-8E48-EA3324E4693A}" destId="{B4EA86C9-9645-41DF-AB1C-E026D8E8F43F}" srcOrd="0" destOrd="0" presId="urn:microsoft.com/office/officeart/2005/8/layout/hList9"/>
    <dgm:cxn modelId="{1FF5FBDA-C7F0-4F39-AB56-DDC245BEC37E}" type="presParOf" srcId="{9C59777D-1DF0-421E-9582-AB045FE3CF8B}" destId="{FFBACF87-1AED-4FB0-90AE-33D277960054}" srcOrd="1" destOrd="1" presId="urn:microsoft.com/office/officeart/2005/8/layout/hList9"/>
    <dgm:cxn modelId="{FFF8D27A-2ADD-4778-8E66-B90D468A9666}" type="presOf" srcId="{3551B63F-97E5-4C25-8E48-EA3324E4693A}" destId="{FFBACF87-1AED-4FB0-90AE-33D277960054}" srcOrd="1" destOrd="0" presId="urn:microsoft.com/office/officeart/2005/8/layout/hList9"/>
    <dgm:cxn modelId="{89D1704C-F336-4FE0-BDE3-D356B0DAA753}" type="presParOf" srcId="{0A15879E-9902-4979-B022-1C436A8138BA}" destId="{CBE40A5F-D0EC-4B4A-A524-5B4A3F2C8285}" srcOrd="2" destOrd="6" presId="urn:microsoft.com/office/officeart/2005/8/layout/hList9"/>
    <dgm:cxn modelId="{05283613-9908-47AB-9E08-2DE157B81020}" type="presParOf" srcId="{CBE40A5F-D0EC-4B4A-A524-5B4A3F2C8285}" destId="{9C36922A-5FA7-4B49-8BAB-B4B99DE5740F}" srcOrd="0" destOrd="2" presId="urn:microsoft.com/office/officeart/2005/8/layout/hList9"/>
    <dgm:cxn modelId="{55598B07-2059-4C3C-A5CE-A30DCCF7D71D}" type="presOf" srcId="{D04FF620-4B41-4CAA-8929-514DCBD2266E}" destId="{9C36922A-5FA7-4B49-8BAB-B4B99DE5740F}" srcOrd="0" destOrd="0" presId="urn:microsoft.com/office/officeart/2005/8/layout/hList9"/>
    <dgm:cxn modelId="{C0D52875-EF4A-438B-8FCA-1D92A03A1FDA}" type="presParOf" srcId="{CBE40A5F-D0EC-4B4A-A524-5B4A3F2C8285}" destId="{FF591285-8ECD-4413-A53B-011294184BA2}" srcOrd="1" destOrd="2" presId="urn:microsoft.com/office/officeart/2005/8/layout/hList9"/>
    <dgm:cxn modelId="{F54B124B-4152-4375-B5B6-519508E7CCC2}" type="presOf" srcId="{D04FF620-4B41-4CAA-8929-514DCBD2266E}" destId="{FF591285-8ECD-4413-A53B-011294184BA2}" srcOrd="1" destOrd="0" presId="urn:microsoft.com/office/officeart/2005/8/layout/hList9"/>
    <dgm:cxn modelId="{12FE8F6A-6F52-4962-901F-980B58B5349A}" type="presParOf" srcId="{73F0E6AA-1B12-4917-A5B9-27714EB21A6F}" destId="{F8B169DC-C365-4F65-9BF5-245F62A807F7}" srcOrd="7" destOrd="0" presId="urn:microsoft.com/office/officeart/2005/8/layout/hList9"/>
    <dgm:cxn modelId="{7E2BA22B-0B30-4826-A415-3E183F9E4893}" type="presParOf" srcId="{73F0E6AA-1B12-4917-A5B9-27714EB21A6F}" destId="{789C2E5F-53BE-4B9F-8B8F-155498EB6E4B}" srcOrd="8" destOrd="0" presId="urn:microsoft.com/office/officeart/2005/8/layout/hList9"/>
    <dgm:cxn modelId="{4484745C-BC58-448E-B728-FD2A56029F6E}" type="presOf" srcId="{A8D79439-D5EC-4A2C-8886-3366D5388AE4}" destId="{789C2E5F-53BE-4B9F-8B8F-155498EB6E4B}" srcOrd="0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041291-D635-4BE3-AC35-AB6E1E4DD57D}" type="doc">
      <dgm:prSet loTypeId="matrix" loCatId="matrix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4F093016-3D68-4793-B172-DD02F1715125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800" b="1" i="1">
              <a:sym typeface="+mn-ea"/>
            </a:rPr>
            <a:t>Saves time for teachers</a:t>
          </a:r>
          <a:r>
            <a:rPr sz="1600">
              <a:sym typeface="+mn-ea"/>
            </a:rPr>
            <a:t> </a:t>
          </a:r>
          <a:r>
            <a:rPr lang="en-US" sz="1600"/>
            <a:t/>
          </a:r>
          <a:endParaRPr lang="en-US" sz="1600"/>
        </a:p>
      </dgm:t>
    </dgm:pt>
    <dgm:pt modelId="{FD1EE703-4776-4158-92E8-29BD072D7D38}" cxnId="{D94A48E3-4853-4D64-8B2A-59BCC13270C0}" type="parTrans">
      <dgm:prSet/>
      <dgm:spPr/>
      <dgm:t>
        <a:bodyPr/>
        <a:p>
          <a:endParaRPr lang="en-US"/>
        </a:p>
      </dgm:t>
    </dgm:pt>
    <dgm:pt modelId="{BD8698B2-45A9-4B36-9D66-470492BCADB9}" cxnId="{D94A48E3-4853-4D64-8B2A-59BCC13270C0}" type="sibTrans">
      <dgm:prSet/>
      <dgm:spPr/>
      <dgm:t>
        <a:bodyPr/>
        <a:p>
          <a:endParaRPr lang="en-US"/>
        </a:p>
      </dgm:t>
    </dgm:pt>
    <dgm:pt modelId="{66B58038-7E39-4350-97EE-BC50B1C2BAD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 b="1" i="1">
              <a:sym typeface="+mn-ea"/>
            </a:rPr>
            <a:t>Ensures fair and balanced exams</a:t>
          </a:r>
          <a:r>
            <a:rPr lang="en-US" sz="2000" b="1" i="1">
              <a:sym typeface="+mn-ea"/>
            </a:rPr>
            <a:t/>
          </a:r>
          <a:endParaRPr lang="en-US" sz="2000" b="1" i="1">
            <a:sym typeface="+mn-ea"/>
          </a:endParaRPr>
        </a:p>
      </dgm:t>
    </dgm:pt>
    <dgm:pt modelId="{63C89DD2-0104-4FBC-BAC0-619DFC355632}" cxnId="{67CE752D-F110-40F0-AB2D-BB28A85541DE}" type="parTrans">
      <dgm:prSet/>
      <dgm:spPr/>
      <dgm:t>
        <a:bodyPr/>
        <a:p>
          <a:endParaRPr lang="en-US"/>
        </a:p>
      </dgm:t>
    </dgm:pt>
    <dgm:pt modelId="{8340A1C5-6FE6-47AE-979C-5FC207462CC7}" cxnId="{67CE752D-F110-40F0-AB2D-BB28A85541DE}" type="sibTrans">
      <dgm:prSet/>
      <dgm:spPr/>
      <dgm:t>
        <a:bodyPr/>
        <a:p>
          <a:endParaRPr lang="en-US"/>
        </a:p>
      </dgm:t>
    </dgm:pt>
    <dgm:pt modelId="{8FBAB7DD-7892-49B8-A1A8-3FECC1DB42A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 </a:t>
          </a:r>
          <a:r>
            <a:rPr sz="2000" b="1" i="1">
              <a:sym typeface="+mn-ea"/>
            </a:rPr>
            <a:t>Reduces human error</a:t>
          </a:r>
          <a:r>
            <a:rPr lang="en-US" sz="2000" b="1" i="1"/>
            <a:t/>
          </a:r>
          <a:endParaRPr lang="en-US" sz="2000" b="1" i="1"/>
        </a:p>
      </dgm:t>
    </dgm:pt>
    <dgm:pt modelId="{C6DDC852-4F81-44A2-8AA2-2C6074A1BB00}" cxnId="{D58D8AC2-78A8-4516-81E2-65BB8BE81F0A}" type="parTrans">
      <dgm:prSet/>
      <dgm:spPr/>
      <dgm:t>
        <a:bodyPr/>
        <a:p>
          <a:endParaRPr lang="en-US"/>
        </a:p>
      </dgm:t>
    </dgm:pt>
    <dgm:pt modelId="{1B451D25-6E72-422E-89FF-100EC983836D}" cxnId="{D58D8AC2-78A8-4516-81E2-65BB8BE81F0A}" type="sibTrans">
      <dgm:prSet/>
      <dgm:spPr/>
      <dgm:t>
        <a:bodyPr/>
        <a:p>
          <a:endParaRPr lang="en-US"/>
        </a:p>
      </dgm:t>
    </dgm:pt>
    <dgm:pt modelId="{D53F752B-610F-429D-A472-9101931EE02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 </a:t>
          </a:r>
          <a:r>
            <a:rPr sz="2000" b="1" i="1">
              <a:sym typeface="+mn-ea"/>
            </a:rPr>
            <a:t>Easy to use and scalable</a:t>
          </a:r>
          <a:r>
            <a:rPr lang="en-US" sz="2000" b="1" i="1">
              <a:sym typeface="+mn-ea"/>
            </a:rPr>
            <a:t/>
          </a:r>
          <a:endParaRPr lang="en-US" sz="2000" b="1" i="1">
            <a:sym typeface="+mn-ea"/>
          </a:endParaRPr>
        </a:p>
      </dgm:t>
    </dgm:pt>
    <dgm:pt modelId="{015AB307-BE2E-4D9C-AB71-C46979A3E022}" cxnId="{DCE43BB6-D8A0-45EB-A3E2-9B0BBF2F6B33}" type="parTrans">
      <dgm:prSet/>
      <dgm:spPr/>
      <dgm:t>
        <a:bodyPr/>
        <a:p>
          <a:endParaRPr lang="en-US"/>
        </a:p>
      </dgm:t>
    </dgm:pt>
    <dgm:pt modelId="{EA505F1C-9A9F-4E78-81A0-992A7B10F592}" cxnId="{DCE43BB6-D8A0-45EB-A3E2-9B0BBF2F6B33}" type="sibTrans">
      <dgm:prSet/>
      <dgm:spPr/>
      <dgm:t>
        <a:bodyPr/>
        <a:p>
          <a:endParaRPr lang="en-US"/>
        </a:p>
      </dgm:t>
    </dgm:pt>
    <dgm:pt modelId="{1452221C-C0D0-436E-B600-CF1715C402B1}" type="pres">
      <dgm:prSet presAssocID="{26041291-D635-4BE3-AC35-AB6E1E4DD57D}" presName="matrix" presStyleCnt="0">
        <dgm:presLayoutVars>
          <dgm:chMax val="1"/>
          <dgm:dir/>
          <dgm:resizeHandles val="exact"/>
        </dgm:presLayoutVars>
      </dgm:prSet>
      <dgm:spPr/>
    </dgm:pt>
    <dgm:pt modelId="{D7380329-DE0D-4E75-BDE5-FECB49DD4A0C}" type="pres">
      <dgm:prSet presAssocID="{26041291-D635-4BE3-AC35-AB6E1E4DD57D}" presName="axisShape" presStyleLbl="bgShp" presStyleIdx="0" presStyleCnt="1"/>
      <dgm:spPr/>
    </dgm:pt>
    <dgm:pt modelId="{B57255DA-6BEB-4C3A-A336-08DFB6A44E0E}" type="pres">
      <dgm:prSet presAssocID="{26041291-D635-4BE3-AC35-AB6E1E4DD57D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33864A5-2930-4565-8D60-52D0BFA1CD67}" type="pres">
      <dgm:prSet presAssocID="{26041291-D635-4BE3-AC35-AB6E1E4DD57D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4CFBEB-CAD6-4093-9908-0A80DECB2C27}" type="pres">
      <dgm:prSet presAssocID="{26041291-D635-4BE3-AC35-AB6E1E4DD57D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D576F72-6C28-484D-8F59-FD8FE8BD531D}" type="pres">
      <dgm:prSet presAssocID="{26041291-D635-4BE3-AC35-AB6E1E4DD57D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94A48E3-4853-4D64-8B2A-59BCC13270C0}" srcId="{26041291-D635-4BE3-AC35-AB6E1E4DD57D}" destId="{4F093016-3D68-4793-B172-DD02F1715125}" srcOrd="0" destOrd="0" parTransId="{FD1EE703-4776-4158-92E8-29BD072D7D38}" sibTransId="{BD8698B2-45A9-4B36-9D66-470492BCADB9}"/>
    <dgm:cxn modelId="{67CE752D-F110-40F0-AB2D-BB28A85541DE}" srcId="{26041291-D635-4BE3-AC35-AB6E1E4DD57D}" destId="{66B58038-7E39-4350-97EE-BC50B1C2BADD}" srcOrd="1" destOrd="0" parTransId="{63C89DD2-0104-4FBC-BAC0-619DFC355632}" sibTransId="{8340A1C5-6FE6-47AE-979C-5FC207462CC7}"/>
    <dgm:cxn modelId="{D58D8AC2-78A8-4516-81E2-65BB8BE81F0A}" srcId="{26041291-D635-4BE3-AC35-AB6E1E4DD57D}" destId="{8FBAB7DD-7892-49B8-A1A8-3FECC1DB42AD}" srcOrd="2" destOrd="0" parTransId="{C6DDC852-4F81-44A2-8AA2-2C6074A1BB00}" sibTransId="{1B451D25-6E72-422E-89FF-100EC983836D}"/>
    <dgm:cxn modelId="{DCE43BB6-D8A0-45EB-A3E2-9B0BBF2F6B33}" srcId="{26041291-D635-4BE3-AC35-AB6E1E4DD57D}" destId="{D53F752B-610F-429D-A472-9101931EE029}" srcOrd="3" destOrd="0" parTransId="{015AB307-BE2E-4D9C-AB71-C46979A3E022}" sibTransId="{EA505F1C-9A9F-4E78-81A0-992A7B10F592}"/>
    <dgm:cxn modelId="{0EFCB501-200E-43CB-A2A0-A2F18A154E3F}" type="presOf" srcId="{26041291-D635-4BE3-AC35-AB6E1E4DD57D}" destId="{1452221C-C0D0-436E-B600-CF1715C402B1}" srcOrd="0" destOrd="0" presId="urn:microsoft.com/office/officeart/2005/8/layout/matrix2"/>
    <dgm:cxn modelId="{9DE05C62-D53F-4510-8C57-DC761D09B1B8}" type="presParOf" srcId="{1452221C-C0D0-436E-B600-CF1715C402B1}" destId="{D7380329-DE0D-4E75-BDE5-FECB49DD4A0C}" srcOrd="0" destOrd="0" presId="urn:microsoft.com/office/officeart/2005/8/layout/matrix2"/>
    <dgm:cxn modelId="{E8379099-DCF9-4E4D-B24F-196C2D31AD33}" type="presParOf" srcId="{1452221C-C0D0-436E-B600-CF1715C402B1}" destId="{B57255DA-6BEB-4C3A-A336-08DFB6A44E0E}" srcOrd="1" destOrd="0" presId="urn:microsoft.com/office/officeart/2005/8/layout/matrix2"/>
    <dgm:cxn modelId="{5AF55938-11D8-401A-9038-D0D7177C8980}" type="presOf" srcId="{4F093016-3D68-4793-B172-DD02F1715125}" destId="{B57255DA-6BEB-4C3A-A336-08DFB6A44E0E}" srcOrd="0" destOrd="0" presId="urn:microsoft.com/office/officeart/2005/8/layout/matrix2"/>
    <dgm:cxn modelId="{A2D2C3B8-C3EC-4DAF-B285-F473DAD8EE56}" type="presParOf" srcId="{1452221C-C0D0-436E-B600-CF1715C402B1}" destId="{D33864A5-2930-4565-8D60-52D0BFA1CD67}" srcOrd="2" destOrd="0" presId="urn:microsoft.com/office/officeart/2005/8/layout/matrix2"/>
    <dgm:cxn modelId="{9433A704-E41D-4F8A-945B-FFBD9903C4CD}" type="presOf" srcId="{66B58038-7E39-4350-97EE-BC50B1C2BADD}" destId="{D33864A5-2930-4565-8D60-52D0BFA1CD67}" srcOrd="0" destOrd="0" presId="urn:microsoft.com/office/officeart/2005/8/layout/matrix2"/>
    <dgm:cxn modelId="{DB05B369-20E3-407B-9F20-C9BE3D754E24}" type="presParOf" srcId="{1452221C-C0D0-436E-B600-CF1715C402B1}" destId="{7E4CFBEB-CAD6-4093-9908-0A80DECB2C27}" srcOrd="3" destOrd="0" presId="urn:microsoft.com/office/officeart/2005/8/layout/matrix2"/>
    <dgm:cxn modelId="{6F7B0AD3-4410-455A-9129-995897D6ACCD}" type="presOf" srcId="{8FBAB7DD-7892-49B8-A1A8-3FECC1DB42AD}" destId="{7E4CFBEB-CAD6-4093-9908-0A80DECB2C27}" srcOrd="0" destOrd="0" presId="urn:microsoft.com/office/officeart/2005/8/layout/matrix2"/>
    <dgm:cxn modelId="{C2C3EBF0-9C1A-4A34-BD81-3A756E22EDCC}" type="presParOf" srcId="{1452221C-C0D0-436E-B600-CF1715C402B1}" destId="{3D576F72-6C28-484D-8F59-FD8FE8BD531D}" srcOrd="4" destOrd="0" presId="urn:microsoft.com/office/officeart/2005/8/layout/matrix2"/>
    <dgm:cxn modelId="{8B1F0AC0-A359-4340-B150-E9EF39FE86B7}" type="presOf" srcId="{D53F752B-610F-429D-A472-9101931EE029}" destId="{3D576F72-6C28-484D-8F59-FD8FE8BD531D}" srcOrd="0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2CE74C-6DEF-4FB4-8A59-39133473778B}" type="doc">
      <dgm:prSet loTypeId="pyramid" loCatId="pyramid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2A1811E1-894C-4231-9399-4F322BC50C4B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Use a predefined question bank/templat</a:t>
          </a:r>
          <a:r>
            <a:rPr lang="en-IN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</a:t>
          </a:r>
          <a:r>
            <a:rPr lang="en-IN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/>
          </a:r>
          <a:endParaRPr lang="en-IN" altLang="en-US" sz="1400" b="1" i="1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  <a:sym typeface="+mn-ea"/>
          </a:endParaRPr>
        </a:p>
      </dgm:t>
    </dgm:pt>
    <dgm:pt modelId="{9B4C3411-A14C-485E-96C6-55403AD43BD1}" cxnId="{F6359D71-9949-4015-A3A8-4E7264083CBB}" type="parTrans">
      <dgm:prSet/>
      <dgm:spPr/>
      <dgm:t>
        <a:bodyPr/>
        <a:p>
          <a:endParaRPr lang="en-US"/>
        </a:p>
      </dgm:t>
    </dgm:pt>
    <dgm:pt modelId="{51C07BF9-9350-4CA9-8A7D-CFE261386C23}" cxnId="{F6359D71-9949-4015-A3A8-4E7264083CBB}" type="sibTrans">
      <dgm:prSet/>
      <dgm:spPr/>
      <dgm:t>
        <a:bodyPr/>
        <a:p>
          <a:endParaRPr lang="en-US"/>
        </a:p>
      </dgm:t>
    </dgm:pt>
    <dgm:pt modelId="{50FD0968-E44E-48C5-B306-90287ACE0A0F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Limit maximum questions (e.g., 300 in your code)</a:t>
          </a:r>
          <a:r>
            <a:rPr lang="en-US" sz="1400" b="1" i="1"/>
            <a:t/>
          </a:r>
          <a:endParaRPr lang="en-US" sz="1400" b="1" i="1"/>
        </a:p>
      </dgm:t>
    </dgm:pt>
    <dgm:pt modelId="{1DCE663D-A7DE-45A5-A72E-4A12C3443888}" cxnId="{FBA61682-95B2-4A04-AD46-A20B8C84BC4C}" type="parTrans">
      <dgm:prSet/>
      <dgm:spPr/>
      <dgm:t>
        <a:bodyPr/>
        <a:p>
          <a:endParaRPr lang="en-US"/>
        </a:p>
      </dgm:t>
    </dgm:pt>
    <dgm:pt modelId="{E1719408-AF3E-4017-AD10-DB45DCFCA5B7}" cxnId="{FBA61682-95B2-4A04-AD46-A20B8C84BC4C}" type="sibTrans">
      <dgm:prSet/>
      <dgm:spPr/>
      <dgm:t>
        <a:bodyPr/>
        <a:p>
          <a:endParaRPr lang="en-US"/>
        </a:p>
      </dgm:t>
    </dgm:pt>
    <dgm:pt modelId="{05F03FE2-EC74-49ED-80B4-6407787FCD6E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Avoid repetition of questions</a:t>
          </a:r>
          <a:r>
            <a:rPr lang="en-US" sz="1400" b="1" i="1"/>
            <a:t/>
          </a:r>
          <a:endParaRPr lang="en-US" sz="1400" b="1" i="1"/>
        </a:p>
      </dgm:t>
    </dgm:pt>
    <dgm:pt modelId="{44924B39-ECF5-4BB8-BB3D-A8715EA6BC91}" cxnId="{521CB915-5346-4159-AE5E-15461F4D24F1}" type="parTrans">
      <dgm:prSet/>
      <dgm:spPr/>
      <dgm:t>
        <a:bodyPr/>
        <a:p>
          <a:endParaRPr lang="en-US"/>
        </a:p>
      </dgm:t>
    </dgm:pt>
    <dgm:pt modelId="{D00B75D9-CA8A-4302-B875-0A1A85E0424E}" cxnId="{521CB915-5346-4159-AE5E-15461F4D24F1}" type="sibTrans">
      <dgm:prSet/>
      <dgm:spPr/>
      <dgm:t>
        <a:bodyPr/>
        <a:p>
          <a:endParaRPr lang="en-US"/>
        </a:p>
      </dgm:t>
    </dgm:pt>
    <dgm:pt modelId="{3BCB62C1-46B2-457B-831B-55B2F55B5472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Accuracy depends on quality of templates</a:t>
          </a: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/>
          </a:r>
          <a:endParaRPr lang="en-US" altLang="en-US" sz="1400" b="1" i="1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  <a:sym typeface="+mn-ea"/>
          </a:endParaRPr>
        </a:p>
      </dgm:t>
    </dgm:pt>
    <dgm:pt modelId="{236E42C2-A777-4D90-BACA-517217BE7498}" cxnId="{41CCD79A-3A81-4454-8C03-27DE16FF4CB8}" type="parTrans">
      <dgm:prSet/>
      <dgm:spPr/>
      <dgm:t>
        <a:bodyPr/>
        <a:p>
          <a:endParaRPr lang="en-US"/>
        </a:p>
      </dgm:t>
    </dgm:pt>
    <dgm:pt modelId="{D4AE79CA-6A66-41C3-B77E-24D38DDFFBF1}" cxnId="{41CCD79A-3A81-4454-8C03-27DE16FF4CB8}" type="sibTrans">
      <dgm:prSet/>
      <dgm:spPr/>
      <dgm:t>
        <a:bodyPr/>
        <a:p>
          <a:endParaRPr lang="en-US"/>
        </a:p>
      </dgm:t>
    </dgm:pt>
    <dgm:pt modelId="{18B1D897-C84F-49E9-9D3C-FFDF681AF67D}" type="pres">
      <dgm:prSet presAssocID="{192CE74C-6DEF-4FB4-8A59-39133473778B}" presName="compositeShape" presStyleCnt="0">
        <dgm:presLayoutVars>
          <dgm:chMax val="9"/>
          <dgm:dir/>
          <dgm:resizeHandles val="exact"/>
        </dgm:presLayoutVars>
      </dgm:prSet>
      <dgm:spPr/>
    </dgm:pt>
    <dgm:pt modelId="{F7ABD5FA-4F9D-4A39-9A1B-E3D71C8C2085}" type="pres">
      <dgm:prSet presAssocID="{192CE74C-6DEF-4FB4-8A59-39133473778B}" presName="triangle1" presStyleLbl="node1" presStyleIdx="0" presStyleCnt="4">
        <dgm:presLayoutVars>
          <dgm:bulletEnabled val="1"/>
        </dgm:presLayoutVars>
      </dgm:prSet>
      <dgm:spPr/>
    </dgm:pt>
    <dgm:pt modelId="{D2EC4E69-46F2-40D1-B38F-BE1EF12DE50B}" type="pres">
      <dgm:prSet presAssocID="{192CE74C-6DEF-4FB4-8A59-39133473778B}" presName="triangle2" presStyleLbl="node1" presStyleIdx="1" presStyleCnt="4">
        <dgm:presLayoutVars>
          <dgm:bulletEnabled val="1"/>
        </dgm:presLayoutVars>
      </dgm:prSet>
      <dgm:spPr/>
    </dgm:pt>
    <dgm:pt modelId="{3F9748BB-B3CD-4E73-8042-9946F5F0E980}" type="pres">
      <dgm:prSet presAssocID="{192CE74C-6DEF-4FB4-8A59-39133473778B}" presName="triangle3" presStyleLbl="node1" presStyleIdx="2" presStyleCnt="4">
        <dgm:presLayoutVars>
          <dgm:bulletEnabled val="1"/>
        </dgm:presLayoutVars>
      </dgm:prSet>
      <dgm:spPr/>
    </dgm:pt>
    <dgm:pt modelId="{5B16CAC8-1386-4C91-9D8A-5C376E530D92}" type="pres">
      <dgm:prSet presAssocID="{192CE74C-6DEF-4FB4-8A59-39133473778B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F6359D71-9949-4015-A3A8-4E7264083CBB}" srcId="{192CE74C-6DEF-4FB4-8A59-39133473778B}" destId="{2A1811E1-894C-4231-9399-4F322BC50C4B}" srcOrd="0" destOrd="0" parTransId="{9B4C3411-A14C-485E-96C6-55403AD43BD1}" sibTransId="{51C07BF9-9350-4CA9-8A7D-CFE261386C23}"/>
    <dgm:cxn modelId="{FBA61682-95B2-4A04-AD46-A20B8C84BC4C}" srcId="{192CE74C-6DEF-4FB4-8A59-39133473778B}" destId="{50FD0968-E44E-48C5-B306-90287ACE0A0F}" srcOrd="1" destOrd="0" parTransId="{1DCE663D-A7DE-45A5-A72E-4A12C3443888}" sibTransId="{E1719408-AF3E-4017-AD10-DB45DCFCA5B7}"/>
    <dgm:cxn modelId="{521CB915-5346-4159-AE5E-15461F4D24F1}" srcId="{192CE74C-6DEF-4FB4-8A59-39133473778B}" destId="{05F03FE2-EC74-49ED-80B4-6407787FCD6E}" srcOrd="2" destOrd="0" parTransId="{44924B39-ECF5-4BB8-BB3D-A8715EA6BC91}" sibTransId="{D00B75D9-CA8A-4302-B875-0A1A85E0424E}"/>
    <dgm:cxn modelId="{41CCD79A-3A81-4454-8C03-27DE16FF4CB8}" srcId="{192CE74C-6DEF-4FB4-8A59-39133473778B}" destId="{3BCB62C1-46B2-457B-831B-55B2F55B5472}" srcOrd="3" destOrd="0" parTransId="{236E42C2-A777-4D90-BACA-517217BE7498}" sibTransId="{D4AE79CA-6A66-41C3-B77E-24D38DDFFBF1}"/>
    <dgm:cxn modelId="{0AE42B92-269C-4D5B-A496-88A966EF9942}" type="presOf" srcId="{192CE74C-6DEF-4FB4-8A59-39133473778B}" destId="{18B1D897-C84F-49E9-9D3C-FFDF681AF67D}" srcOrd="0" destOrd="0" presId="urn:microsoft.com/office/officeart/2005/8/layout/pyramid4"/>
    <dgm:cxn modelId="{605D7CB3-990F-4B95-A033-EAE5C7640E9F}" type="presParOf" srcId="{18B1D897-C84F-49E9-9D3C-FFDF681AF67D}" destId="{F7ABD5FA-4F9D-4A39-9A1B-E3D71C8C2085}" srcOrd="0" destOrd="0" presId="urn:microsoft.com/office/officeart/2005/8/layout/pyramid4"/>
    <dgm:cxn modelId="{B115D15F-76B3-4F69-B2A6-313EC59EBA49}" type="presOf" srcId="{2A1811E1-894C-4231-9399-4F322BC50C4B}" destId="{F7ABD5FA-4F9D-4A39-9A1B-E3D71C8C2085}" srcOrd="0" destOrd="0" presId="urn:microsoft.com/office/officeart/2005/8/layout/pyramid4"/>
    <dgm:cxn modelId="{80275BCA-19C9-49BF-970B-CD0B903C3D35}" type="presParOf" srcId="{18B1D897-C84F-49E9-9D3C-FFDF681AF67D}" destId="{D2EC4E69-46F2-40D1-B38F-BE1EF12DE50B}" srcOrd="1" destOrd="0" presId="urn:microsoft.com/office/officeart/2005/8/layout/pyramid4"/>
    <dgm:cxn modelId="{9015F5F0-16C7-4E7F-B591-454A1A9F2F86}" type="presOf" srcId="{50FD0968-E44E-48C5-B306-90287ACE0A0F}" destId="{D2EC4E69-46F2-40D1-B38F-BE1EF12DE50B}" srcOrd="0" destOrd="0" presId="urn:microsoft.com/office/officeart/2005/8/layout/pyramid4"/>
    <dgm:cxn modelId="{ADD1DB0A-0D4F-48D8-84F5-68760DE5CF8A}" type="presParOf" srcId="{18B1D897-C84F-49E9-9D3C-FFDF681AF67D}" destId="{3F9748BB-B3CD-4E73-8042-9946F5F0E980}" srcOrd="2" destOrd="0" presId="urn:microsoft.com/office/officeart/2005/8/layout/pyramid4"/>
    <dgm:cxn modelId="{83EF005E-C252-4372-AAAC-D2045D249D38}" type="presOf" srcId="{05F03FE2-EC74-49ED-80B4-6407787FCD6E}" destId="{3F9748BB-B3CD-4E73-8042-9946F5F0E980}" srcOrd="0" destOrd="0" presId="urn:microsoft.com/office/officeart/2005/8/layout/pyramid4"/>
    <dgm:cxn modelId="{D1C43C34-6A6A-436E-88C6-CA6BB2DB996C}" type="presParOf" srcId="{18B1D897-C84F-49E9-9D3C-FFDF681AF67D}" destId="{5B16CAC8-1386-4C91-9D8A-5C376E530D92}" srcOrd="3" destOrd="0" presId="urn:microsoft.com/office/officeart/2005/8/layout/pyramid4"/>
    <dgm:cxn modelId="{22A5981E-A116-4684-82AA-97FE2275B182}" type="presOf" srcId="{3BCB62C1-46B2-457B-831B-55B2F55B5472}" destId="{5B16CAC8-1386-4C91-9D8A-5C376E530D92}" srcOrd="0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464675" cy="6270625"/>
        <a:chOff x="0" y="0"/>
        <a:chExt cx="9464675" cy="6270625"/>
      </a:xfrm>
    </dsp:grpSpPr>
    <dsp:sp modelId="{1F055725-8984-42CB-98CB-8E7728DD5EAB}">
      <dsp:nvSpPr>
        <dsp:cNvPr id="5" name="Rectangles 4"/>
        <dsp:cNvSpPr/>
      </dsp:nvSpPr>
      <dsp:spPr bwMode="white">
        <a:xfrm>
          <a:off x="0" y="2275453"/>
          <a:ext cx="9464675" cy="4284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734563" tIns="354076" rIns="734563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275453"/>
        <a:ext cx="9464675" cy="428400"/>
      </dsp:txXfrm>
    </dsp:sp>
    <dsp:sp modelId="{D0971512-D8E1-4E4B-89F4-FF2EB164C196}">
      <dsp:nvSpPr>
        <dsp:cNvPr id="4" name="Rounded Rectangle 3"/>
        <dsp:cNvSpPr/>
      </dsp:nvSpPr>
      <dsp:spPr bwMode="white">
        <a:xfrm>
          <a:off x="473234" y="2024533"/>
          <a:ext cx="6625273" cy="5018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50419" tIns="0" rIns="250419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en-US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</a:t>
          </a:r>
          <a:r>
            <a:rPr lang="en-US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utomatically generate exam papers based on syllabus topics</a:t>
          </a:r>
          <a:endParaRPr lang="en-US" altLang="en-US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en-US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3234" y="2024533"/>
        <a:ext cx="6625273" cy="501840"/>
      </dsp:txXfrm>
    </dsp:sp>
    <dsp:sp modelId="{FB20FF5F-D131-4A8A-AEBC-01A2B84D6655}">
      <dsp:nvSpPr>
        <dsp:cNvPr id="8" name="Rectangles 7"/>
        <dsp:cNvSpPr/>
      </dsp:nvSpPr>
      <dsp:spPr bwMode="white">
        <a:xfrm>
          <a:off x="0" y="3046573"/>
          <a:ext cx="9464675" cy="4284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734563" tIns="354076" rIns="734563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046573"/>
        <a:ext cx="9464675" cy="428400"/>
      </dsp:txXfrm>
    </dsp:sp>
    <dsp:sp modelId="{DD07B078-3354-4F1B-9438-E4F95C4B43A6}">
      <dsp:nvSpPr>
        <dsp:cNvPr id="7" name="Rounded Rectangle 6"/>
        <dsp:cNvSpPr/>
      </dsp:nvSpPr>
      <dsp:spPr bwMode="white">
        <a:xfrm>
          <a:off x="473234" y="2795653"/>
          <a:ext cx="6625273" cy="5018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50419" tIns="0" rIns="250419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Ensure balanced distribution of difficulty levels (easy/medium/hard)</a:t>
          </a:r>
          <a:endParaRPr lang="en-US" b="1" i="1"/>
        </a:p>
      </dsp:txBody>
      <dsp:txXfrm>
        <a:off x="473234" y="2795653"/>
        <a:ext cx="6625273" cy="501840"/>
      </dsp:txXfrm>
    </dsp:sp>
    <dsp:sp modelId="{F855875C-E8B4-4273-8C6C-6A8EC3091B3C}">
      <dsp:nvSpPr>
        <dsp:cNvPr id="11" name="Rectangles 10"/>
        <dsp:cNvSpPr/>
      </dsp:nvSpPr>
      <dsp:spPr bwMode="white">
        <a:xfrm>
          <a:off x="0" y="3817693"/>
          <a:ext cx="9464675" cy="428400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734563" tIns="354076" rIns="734563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817693"/>
        <a:ext cx="9464675" cy="428400"/>
      </dsp:txXfrm>
    </dsp:sp>
    <dsp:sp modelId="{F8B30F84-9FC1-4455-B8FC-CA5DC2189586}">
      <dsp:nvSpPr>
        <dsp:cNvPr id="10" name="Rounded Rectangle 9"/>
        <dsp:cNvSpPr/>
      </dsp:nvSpPr>
      <dsp:spPr bwMode="white">
        <a:xfrm>
          <a:off x="473234" y="3566773"/>
          <a:ext cx="6625273" cy="5018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50419" tIns="0" rIns="250419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Provide a fast and consistent paper generation system</a:t>
          </a:r>
          <a:endParaRPr lang="en-US" b="1" i="1"/>
        </a:p>
      </dsp:txBody>
      <dsp:txXfrm>
        <a:off x="473234" y="3566773"/>
        <a:ext cx="6625273" cy="501840"/>
      </dsp:txXfrm>
    </dsp:sp>
    <dsp:sp modelId="{58B158CB-C1D2-4676-88E6-6B3937A00A96}">
      <dsp:nvSpPr>
        <dsp:cNvPr id="3" name="Rectangles 2" hidden="1"/>
        <dsp:cNvSpPr/>
      </dsp:nvSpPr>
      <dsp:spPr>
        <a:xfrm>
          <a:off x="0" y="2024533"/>
          <a:ext cx="473234" cy="501840"/>
        </a:xfrm>
        <a:prstGeom prst="rect">
          <a:avLst/>
        </a:prstGeom>
      </dsp:spPr>
      <dsp:txXfrm>
        <a:off x="0" y="2024533"/>
        <a:ext cx="473234" cy="501840"/>
      </dsp:txXfrm>
    </dsp:sp>
    <dsp:sp modelId="{AEA4B341-6C57-43B8-BC42-9813D43D1335}">
      <dsp:nvSpPr>
        <dsp:cNvPr id="6" name="Rectangles 5" hidden="1"/>
        <dsp:cNvSpPr/>
      </dsp:nvSpPr>
      <dsp:spPr>
        <a:xfrm>
          <a:off x="0" y="2795653"/>
          <a:ext cx="473234" cy="501840"/>
        </a:xfrm>
        <a:prstGeom prst="rect">
          <a:avLst/>
        </a:prstGeom>
      </dsp:spPr>
      <dsp:txXfrm>
        <a:off x="0" y="2795653"/>
        <a:ext cx="473234" cy="501840"/>
      </dsp:txXfrm>
    </dsp:sp>
    <dsp:sp modelId="{09CBCBA7-E2EE-4654-BCFB-AB2C2D77E66B}">
      <dsp:nvSpPr>
        <dsp:cNvPr id="9" name="Rectangles 8" hidden="1"/>
        <dsp:cNvSpPr/>
      </dsp:nvSpPr>
      <dsp:spPr>
        <a:xfrm>
          <a:off x="0" y="3566773"/>
          <a:ext cx="473234" cy="501840"/>
        </a:xfrm>
        <a:prstGeom prst="rect">
          <a:avLst/>
        </a:prstGeom>
      </dsp:spPr>
      <dsp:txXfrm>
        <a:off x="0" y="3566773"/>
        <a:ext cx="473234" cy="501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354270" cy="5418455"/>
        <a:chOff x="0" y="0"/>
        <a:chExt cx="4354270" cy="5418455"/>
      </a:xfrm>
    </dsp:grpSpPr>
    <dsp:sp modelId="{8C9F0B33-CCAD-4C86-9908-DC9CCE3ADB83}">
      <dsp:nvSpPr>
        <dsp:cNvPr id="3" name="Round Same Side Corner Rectangle 2"/>
        <dsp:cNvSpPr/>
      </dsp:nvSpPr>
      <dsp:spPr bwMode="white">
        <a:xfrm rot="16200000">
          <a:off x="1209504" y="1645097"/>
          <a:ext cx="3483525" cy="2128803"/>
        </a:xfrm>
        <a:prstGeom prst="round2SameRect">
          <a:avLst>
            <a:gd name="adj1" fmla="val 16670"/>
            <a:gd name="adj2" fmla="val 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rot="5400000" vert="horz" wrap="square" lIns="60960" tIns="101600" rIns="91440" bIns="1016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Input: Syllabus Topics + Weightage</a:t>
          </a: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 </a:t>
          </a:r>
          <a:endParaRPr lang="en-IN" altLang="en-US" sz="16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1.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Select subject/topic (Math, Science, etc.)</a:t>
          </a:r>
          <a:endParaRPr lang="en-US" altLang="en-US" sz="16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2.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Assign importance or weight to topics</a:t>
          </a:r>
          <a:endParaRPr lang="en-US" altLang="en-US" sz="16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Difficulty Level</a:t>
          </a: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s</a:t>
          </a:r>
          <a:endParaRPr lang="en-US" altLang="en-US" sz="16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Easy, Medium, Hard selection </a:t>
          </a:r>
          <a:r>
            <a: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, </a:t>
          </a:r>
          <a:r>
            <a: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Controlled question generation based on level</a:t>
          </a:r>
          <a:endParaRPr lang="en-US" sz="1600">
            <a:solidFill>
              <a:schemeClr val="tx1"/>
            </a:solidFill>
          </a:endParaRPr>
        </a:p>
      </dsp:txBody>
      <dsp:txXfrm rot="16200000">
        <a:off x="1209504" y="1645097"/>
        <a:ext cx="3483525" cy="2128803"/>
      </dsp:txXfrm>
    </dsp:sp>
    <dsp:sp modelId="{78E015E8-899D-47C8-9BCE-BF7D2AEE5401}">
      <dsp:nvSpPr>
        <dsp:cNvPr id="4" name="Round Same Side Corner Rectangle 3"/>
        <dsp:cNvSpPr/>
      </dsp:nvSpPr>
      <dsp:spPr bwMode="white">
        <a:xfrm rot="5400000">
          <a:off x="3434971" y="1645097"/>
          <a:ext cx="3483525" cy="2128803"/>
        </a:xfrm>
        <a:prstGeom prst="round2SameRect">
          <a:avLst>
            <a:gd name="adj1" fmla="val 16670"/>
            <a:gd name="adj2" fmla="val 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0"/>
            <a:satOff val="-783"/>
            <a:lumOff val="11373"/>
            <a:alpha val="10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80010" tIns="88900" rIns="53340" bIns="889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Randomized but Controlled Generation</a:t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Questions generated randomly</a:t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Logic ensures variety and structure</a:t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Timer-Based Exam (from your program)</a:t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Time per question feature</a:t>
          </a:r>
          <a:endParaRPr lang="en-US" altLang="en-US" sz="14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Automatic question switching </a:t>
          </a:r>
          <a:r>
            <a:rPr lang="en-I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, </a:t>
          </a:r>
          <a:r>
            <a:rPr lang="en-US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Export to PDF (Future Enhancement)</a:t>
          </a:r>
          <a:endParaRPr lang="en-US" sz="1400">
            <a:solidFill>
              <a:schemeClr val="tx1"/>
            </a:solidFill>
          </a:endParaRPr>
        </a:p>
      </dsp:txBody>
      <dsp:txXfrm rot="5400000">
        <a:off x="3434971" y="1645097"/>
        <a:ext cx="3483525" cy="2128803"/>
      </dsp:txXfrm>
    </dsp:sp>
    <dsp:sp modelId="{130C526B-E31F-4388-9BFA-98D55B25F242}">
      <dsp:nvSpPr>
        <dsp:cNvPr id="5" name="Circular Arrow 4"/>
        <dsp:cNvSpPr/>
      </dsp:nvSpPr>
      <dsp:spPr bwMode="white">
        <a:xfrm>
          <a:off x="2951048" y="0"/>
          <a:ext cx="2225468" cy="2225359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951048" y="0"/>
        <a:ext cx="2225468" cy="2225359"/>
      </dsp:txXfrm>
    </dsp:sp>
    <dsp:sp modelId="{5A31A79A-9257-4975-AB8D-29C4EE00596F}">
      <dsp:nvSpPr>
        <dsp:cNvPr id="6" name="Circular Arrow 5"/>
        <dsp:cNvSpPr/>
      </dsp:nvSpPr>
      <dsp:spPr bwMode="white">
        <a:xfrm rot="10800000">
          <a:off x="2951048" y="3193096"/>
          <a:ext cx="2225468" cy="2225359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Xfrm rot="10800000">
        <a:off x="2951048" y="3193096"/>
        <a:ext cx="2225468" cy="22253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F8D49E38-B053-4501-BD89-EB8E5A6A61CD}">
      <dsp:nvSpPr>
        <dsp:cNvPr id="3" name="Rectangles 2"/>
        <dsp:cNvSpPr/>
      </dsp:nvSpPr>
      <dsp:spPr bwMode="white">
        <a:xfrm>
          <a:off x="1354667" y="1353714"/>
          <a:ext cx="2540000" cy="1694180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0" tIns="113792" rIns="113792" bIns="113792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sz="1600">
            <a:solidFill>
              <a:schemeClr val="dk1"/>
            </a:solidFill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 i="1">
              <a:solidFill>
                <a:schemeClr val="dk1"/>
              </a:solidFill>
              <a:sym typeface="+mn-ea"/>
            </a:rPr>
            <a:t>Automatically generated question paper</a:t>
          </a:r>
          <a:endParaRPr sz="1600" i="1">
            <a:solidFill>
              <a:schemeClr val="dk1"/>
            </a:solidFill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 i="1">
              <a:solidFill>
                <a:schemeClr val="dk1"/>
              </a:solidFill>
              <a:sym typeface="+mn-ea"/>
            </a:rPr>
            <a:t> Questions based on selected topic &amp; difficulty </a:t>
          </a:r>
          <a:endParaRPr sz="1800" i="1">
            <a:solidFill>
              <a:schemeClr val="dk1"/>
            </a:solidFill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1800" i="1">
            <a:solidFill>
              <a:schemeClr val="dk1"/>
            </a:solidFill>
          </a:endParaRPr>
        </a:p>
      </dsp:txBody>
      <dsp:txXfrm>
        <a:off x="1354667" y="1353714"/>
        <a:ext cx="2540000" cy="1694180"/>
      </dsp:txXfrm>
    </dsp:sp>
    <dsp:sp modelId="{01119332-89A2-4784-81C1-FF89BAFEA3B2}">
      <dsp:nvSpPr>
        <dsp:cNvPr id="4" name="Rectangles 3"/>
        <dsp:cNvSpPr/>
      </dsp:nvSpPr>
      <dsp:spPr bwMode="white">
        <a:xfrm>
          <a:off x="1354667" y="3047894"/>
          <a:ext cx="2540000" cy="1694180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0" tIns="99568" rIns="99568" bIns="99568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400" i="1">
              <a:solidFill>
                <a:schemeClr val="dk1"/>
              </a:solidFill>
              <a:sym typeface="+mn-ea"/>
            </a:rPr>
            <a:t> </a:t>
          </a:r>
          <a:r>
            <a:rPr sz="1600" i="1">
              <a:solidFill>
                <a:schemeClr val="dk1"/>
              </a:solidFill>
              <a:sym typeface="+mn-ea"/>
            </a:rPr>
            <a:t>Timer-based exam interface </a:t>
          </a:r>
          <a:endParaRPr sz="1600" i="1">
            <a:solidFill>
              <a:schemeClr val="dk1"/>
            </a:solidFill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 i="1">
              <a:solidFill>
                <a:schemeClr val="dk1"/>
              </a:solidFill>
              <a:sym typeface="+mn-ea"/>
            </a:rPr>
            <a:t> (Future) P</a:t>
          </a:r>
          <a:r>
            <a:rPr sz="1600" i="1">
              <a:solidFill>
                <a:schemeClr val="dk1"/>
              </a:solidFill>
              <a:sym typeface="+mn-ea"/>
            </a:rPr>
            <a:t>DF export of paper </a:t>
          </a:r>
          <a:endParaRPr lang="en-US" sz="1600" i="1">
            <a:solidFill>
              <a:schemeClr val="dk1"/>
            </a:solidFill>
          </a:endParaRPr>
        </a:p>
      </dsp:txBody>
      <dsp:txXfrm>
        <a:off x="1354667" y="3047894"/>
        <a:ext cx="2540000" cy="1694180"/>
      </dsp:txXfrm>
    </dsp:sp>
    <dsp:sp modelId="{92447B8B-B043-4F04-A3B7-D0DE831D4431}">
      <dsp:nvSpPr>
        <dsp:cNvPr id="5" name="Oval 4"/>
        <dsp:cNvSpPr/>
      </dsp:nvSpPr>
      <dsp:spPr bwMode="white">
        <a:xfrm>
          <a:off x="0" y="676381"/>
          <a:ext cx="1693333" cy="1693333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sz="2000" b="1"/>
            <a:t>Output generation</a:t>
          </a:r>
          <a:r>
            <a:rPr lang="en-IN" altLang="en-US" sz="1800" b="1"/>
            <a:t> </a:t>
          </a:r>
          <a:endParaRPr lang="en-IN" altLang="en-US" sz="1800" b="1"/>
        </a:p>
      </dsp:txBody>
      <dsp:txXfrm>
        <a:off x="0" y="676381"/>
        <a:ext cx="1693333" cy="1693333"/>
      </dsp:txXfrm>
    </dsp:sp>
    <dsp:sp modelId="{B4EA86C9-9645-41DF-AB1C-E026D8E8F43F}">
      <dsp:nvSpPr>
        <dsp:cNvPr id="6" name="Rectangles 5"/>
        <dsp:cNvSpPr/>
      </dsp:nvSpPr>
      <dsp:spPr bwMode="white">
        <a:xfrm>
          <a:off x="5588000" y="1353714"/>
          <a:ext cx="2540000" cy="1694180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0" tIns="113792" rIns="113792" bIns="113792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olidFill>
                <a:schemeClr val="dk1"/>
              </a:solidFill>
              <a:sym typeface="+mn-ea"/>
            </a:rPr>
            <a:t>Easy → Basic understanding </a:t>
          </a:r>
          <a:endParaRPr sz="1600">
            <a:solidFill>
              <a:schemeClr val="dk1"/>
            </a:solidFill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olidFill>
                <a:schemeClr val="dk1"/>
              </a:solidFill>
              <a:sym typeface="+mn-ea"/>
            </a:rPr>
            <a:t> Medium → Concept application </a:t>
          </a:r>
          <a:endParaRPr lang="en-US" sz="1600">
            <a:solidFill>
              <a:schemeClr val="dk1"/>
            </a:solidFill>
          </a:endParaRPr>
        </a:p>
      </dsp:txBody>
      <dsp:txXfrm>
        <a:off x="5588000" y="1353714"/>
        <a:ext cx="2540000" cy="1694180"/>
      </dsp:txXfrm>
    </dsp:sp>
    <dsp:sp modelId="{9C36922A-5FA7-4B49-8BAB-B4B99DE5740F}">
      <dsp:nvSpPr>
        <dsp:cNvPr id="7" name="Rectangles 6"/>
        <dsp:cNvSpPr/>
      </dsp:nvSpPr>
      <dsp:spPr bwMode="white">
        <a:xfrm>
          <a:off x="5588000" y="3047894"/>
          <a:ext cx="2540000" cy="1694180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0" tIns="113792" rIns="113792" bIns="113792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olidFill>
                <a:schemeClr val="dk1"/>
              </a:solidFill>
              <a:sym typeface="+mn-ea"/>
            </a:rPr>
            <a:t>Hard → Analytical / advanced questions </a:t>
          </a:r>
          <a:endParaRPr sz="1600">
            <a:solidFill>
              <a:schemeClr val="dk1"/>
            </a:solidFill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600">
              <a:solidFill>
                <a:schemeClr val="dk1"/>
              </a:solidFill>
              <a:sym typeface="+mn-ea"/>
            </a:rPr>
            <a:t>System ensures balanced mix of all levels</a:t>
          </a:r>
          <a:endParaRPr lang="en-US" sz="1600">
            <a:solidFill>
              <a:schemeClr val="dk1"/>
            </a:solidFill>
          </a:endParaRPr>
        </a:p>
      </dsp:txBody>
      <dsp:txXfrm>
        <a:off x="5588000" y="3047894"/>
        <a:ext cx="2540000" cy="1694180"/>
      </dsp:txXfrm>
    </dsp:sp>
    <dsp:sp modelId="{789C2E5F-53BE-4B9F-8B8F-155498EB6E4B}">
      <dsp:nvSpPr>
        <dsp:cNvPr id="8" name="Oval 7"/>
        <dsp:cNvSpPr/>
      </dsp:nvSpPr>
      <dsp:spPr bwMode="white">
        <a:xfrm>
          <a:off x="4233333" y="676381"/>
          <a:ext cx="1693333" cy="1693333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sz="1800" b="1"/>
            <a:t>Difficulty Distribution</a:t>
          </a:r>
          <a:endParaRPr lang="en-IN" altLang="en-US" sz="1800" b="1"/>
        </a:p>
      </dsp:txBody>
      <dsp:txXfrm>
        <a:off x="4233333" y="676381"/>
        <a:ext cx="1693333" cy="1693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432935" cy="4432935"/>
        <a:chOff x="0" y="0"/>
        <a:chExt cx="4432935" cy="4432935"/>
      </a:xfrm>
    </dsp:grpSpPr>
    <dsp:sp modelId="{D7380329-DE0D-4E75-BDE5-FECB49DD4A0C}">
      <dsp:nvSpPr>
        <dsp:cNvPr id="3" name="Quad Arrow 2"/>
        <dsp:cNvSpPr/>
      </dsp:nvSpPr>
      <dsp:spPr bwMode="white">
        <a:xfrm>
          <a:off x="305753" y="0"/>
          <a:ext cx="4432935" cy="4432935"/>
        </a:xfrm>
        <a:prstGeom prst="quadArrow">
          <a:avLst>
            <a:gd name="adj1" fmla="val 2000"/>
            <a:gd name="adj2" fmla="val 4000"/>
            <a:gd name="adj3" fmla="val 5000"/>
          </a:avLst>
        </a:prstGeom>
      </dsp:spPr>
      <dsp:style>
        <a:lnRef idx="0">
          <a:schemeClr val="dk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305753" y="0"/>
        <a:ext cx="4432935" cy="4432935"/>
      </dsp:txXfrm>
    </dsp:sp>
    <dsp:sp modelId="{B57255DA-6BEB-4C3A-A336-08DFB6A44E0E}">
      <dsp:nvSpPr>
        <dsp:cNvPr id="4" name="Rounded Rectangle 3"/>
        <dsp:cNvSpPr/>
      </dsp:nvSpPr>
      <dsp:spPr bwMode="white">
        <a:xfrm>
          <a:off x="593893" y="288141"/>
          <a:ext cx="1773174" cy="177317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800" b="1" i="1">
              <a:sym typeface="+mn-ea"/>
            </a:rPr>
            <a:t>Saves time for teachers</a:t>
          </a:r>
          <a:r>
            <a:rPr sz="1600">
              <a:sym typeface="+mn-ea"/>
            </a:rPr>
            <a:t> </a:t>
          </a:r>
          <a:endParaRPr lang="en-US" sz="1600"/>
        </a:p>
      </dsp:txBody>
      <dsp:txXfrm>
        <a:off x="593893" y="288141"/>
        <a:ext cx="1773174" cy="1773174"/>
      </dsp:txXfrm>
    </dsp:sp>
    <dsp:sp modelId="{D33864A5-2930-4565-8D60-52D0BFA1CD67}">
      <dsp:nvSpPr>
        <dsp:cNvPr id="5" name="Rounded Rectangle 4"/>
        <dsp:cNvSpPr/>
      </dsp:nvSpPr>
      <dsp:spPr bwMode="white">
        <a:xfrm>
          <a:off x="2677373" y="288141"/>
          <a:ext cx="1773174" cy="177317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6863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 b="1" i="1">
              <a:sym typeface="+mn-ea"/>
            </a:rPr>
            <a:t>Ensures fair and balanced exams</a:t>
          </a:r>
          <a:endParaRPr lang="en-US" sz="2000" b="1" i="1">
            <a:sym typeface="+mn-ea"/>
          </a:endParaRPr>
        </a:p>
      </dsp:txBody>
      <dsp:txXfrm>
        <a:off x="2677373" y="288141"/>
        <a:ext cx="1773174" cy="1773174"/>
      </dsp:txXfrm>
    </dsp:sp>
    <dsp:sp modelId="{7E4CFBEB-CAD6-4093-9908-0A80DECB2C27}">
      <dsp:nvSpPr>
        <dsp:cNvPr id="6" name="Rounded Rectangle 5"/>
        <dsp:cNvSpPr/>
      </dsp:nvSpPr>
      <dsp:spPr bwMode="white">
        <a:xfrm>
          <a:off x="593893" y="2371620"/>
          <a:ext cx="1773174" cy="177317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3529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 </a:t>
          </a:r>
          <a:r>
            <a:rPr sz="2000" b="1" i="1">
              <a:sym typeface="+mn-ea"/>
            </a:rPr>
            <a:t>Reduces human error</a:t>
          </a:r>
          <a:endParaRPr lang="en-US" sz="2000" b="1" i="1"/>
        </a:p>
      </dsp:txBody>
      <dsp:txXfrm>
        <a:off x="593893" y="2371620"/>
        <a:ext cx="1773174" cy="1773174"/>
      </dsp:txXfrm>
    </dsp:sp>
    <dsp:sp modelId="{3D576F72-6C28-484D-8F59-FD8FE8BD531D}">
      <dsp:nvSpPr>
        <dsp:cNvPr id="7" name="Rounded Rectangle 6"/>
        <dsp:cNvSpPr/>
      </dsp:nvSpPr>
      <dsp:spPr bwMode="white">
        <a:xfrm>
          <a:off x="2677373" y="2371620"/>
          <a:ext cx="1773174" cy="177317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 </a:t>
          </a:r>
          <a:r>
            <a:rPr sz="2000" b="1" i="1">
              <a:sym typeface="+mn-ea"/>
            </a:rPr>
            <a:t>Easy to use and scalable</a:t>
          </a:r>
          <a:endParaRPr lang="en-US" sz="2000" b="1" i="1">
            <a:sym typeface="+mn-ea"/>
          </a:endParaRPr>
        </a:p>
      </dsp:txBody>
      <dsp:txXfrm>
        <a:off x="2677373" y="2371620"/>
        <a:ext cx="1773174" cy="17731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719320" cy="4719320"/>
        <a:chOff x="0" y="0"/>
        <a:chExt cx="4719320" cy="4719320"/>
      </a:xfrm>
    </dsp:grpSpPr>
    <dsp:sp modelId="{F7ABD5FA-4F9D-4A39-9A1B-E3D71C8C2085}">
      <dsp:nvSpPr>
        <dsp:cNvPr id="3" name="Isosceles Triangle 2"/>
        <dsp:cNvSpPr/>
      </dsp:nvSpPr>
      <dsp:spPr bwMode="white">
        <a:xfrm>
          <a:off x="2149793" y="0"/>
          <a:ext cx="2359660" cy="2359660"/>
        </a:xfrm>
        <a:prstGeom prst="triangl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3340" tIns="53340" rIns="5334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Use a predefined question bank/templat</a:t>
          </a:r>
          <a:r>
            <a:rPr lang="en-IN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e</a:t>
          </a:r>
          <a:endParaRPr lang="en-IN" altLang="en-US" sz="1400" b="1" i="1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  <a:sym typeface="+mn-ea"/>
          </a:endParaRPr>
        </a:p>
      </dsp:txBody>
      <dsp:txXfrm>
        <a:off x="2149793" y="0"/>
        <a:ext cx="2359660" cy="2359660"/>
      </dsp:txXfrm>
    </dsp:sp>
    <dsp:sp modelId="{D2EC4E69-46F2-40D1-B38F-BE1EF12DE50B}">
      <dsp:nvSpPr>
        <dsp:cNvPr id="4" name="Isosceles Triangle 3"/>
        <dsp:cNvSpPr/>
      </dsp:nvSpPr>
      <dsp:spPr bwMode="white">
        <a:xfrm>
          <a:off x="969963" y="2359660"/>
          <a:ext cx="2359660" cy="2359660"/>
        </a:xfrm>
        <a:prstGeom prst="triangl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6863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3340" tIns="53340" rIns="5334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Limit maximum questions (e.g., 300 in your code)</a:t>
          </a:r>
          <a:endParaRPr lang="en-US" sz="1400" b="1" i="1"/>
        </a:p>
      </dsp:txBody>
      <dsp:txXfrm>
        <a:off x="969963" y="2359660"/>
        <a:ext cx="2359660" cy="2359660"/>
      </dsp:txXfrm>
    </dsp:sp>
    <dsp:sp modelId="{3F9748BB-B3CD-4E73-8042-9946F5F0E980}">
      <dsp:nvSpPr>
        <dsp:cNvPr id="5" name="Isosceles Triangle 4"/>
        <dsp:cNvSpPr/>
      </dsp:nvSpPr>
      <dsp:spPr bwMode="white">
        <a:xfrm rot="10800000">
          <a:off x="2149793" y="2359660"/>
          <a:ext cx="2359660" cy="2359660"/>
        </a:xfrm>
        <a:prstGeom prst="triangl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3529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53340" tIns="53340" rIns="5334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Avoid repetition of questions</a:t>
          </a:r>
          <a:endParaRPr lang="en-US" sz="1400" b="1" i="1"/>
        </a:p>
      </dsp:txBody>
      <dsp:txXfrm rot="10800000">
        <a:off x="2149793" y="2359660"/>
        <a:ext cx="2359660" cy="2359660"/>
      </dsp:txXfrm>
    </dsp:sp>
    <dsp:sp modelId="{5B16CAC8-1386-4C91-9D8A-5C376E530D92}">
      <dsp:nvSpPr>
        <dsp:cNvPr id="6" name="Isosceles Triangle 5"/>
        <dsp:cNvSpPr/>
      </dsp:nvSpPr>
      <dsp:spPr bwMode="white">
        <a:xfrm>
          <a:off x="3329623" y="2359660"/>
          <a:ext cx="2359660" cy="2359660"/>
        </a:xfrm>
        <a:prstGeom prst="triangle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3340" tIns="53340" rIns="5334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Accuracy depends on quality of templates</a:t>
          </a:r>
          <a:endParaRPr lang="en-US" altLang="en-US" sz="1400" b="1" i="1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  <a:sym typeface="+mn-ea"/>
          </a:endParaRPr>
        </a:p>
      </dsp:txBody>
      <dsp:txXfrm>
        <a:off x="3329623" y="2359660"/>
        <a:ext cx="2359660" cy="2359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parTxLTRAlign" val="l"/>
            <dgm:param type="txAnchorVert" val="t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type="round2SameRect" r:blip="" rot="270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type="round2SameRect" r:blip="" rot="270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ound2SameRect" r:blip="" rot="90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type="round2SameRect" r:blip="" rot="90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type="circularArrow" r:blip="" rot="180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nodeVertAlign" val="t"/>
          <dgm:param type="fallback" val="2D"/>
        </dgm:alg>
      </dgm:if>
      <dgm:else name="Name2">
        <dgm:alg type="lin">
          <dgm:param type="linDir" val="from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 rot="180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 rot="180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 rot="180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microsoft.com/office/2007/relationships/diagramDrawing" Target="../diagrams/drawing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3" Type="http://schemas.openxmlformats.org/officeDocument/2006/relationships/diagramData" Target="../diagrams/data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microsoft.com/office/2007/relationships/diagramDrawing" Target="../diagrams/drawing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3" Type="http://schemas.openxmlformats.org/officeDocument/2006/relationships/diagramData" Target="../diagrams/data3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microsoft.com/office/2007/relationships/diagramDrawing" Target="../diagrams/drawing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3" Type="http://schemas.openxmlformats.org/officeDocument/2006/relationships/diagramData" Target="../diagrams/data4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microsoft.com/office/2007/relationships/diagramDrawing" Target="../diagrams/drawing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3" Type="http://schemas.openxmlformats.org/officeDocument/2006/relationships/diagramData" Target="../diagrams/data5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32997" y="689433"/>
            <a:ext cx="8534400" cy="87946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ARENA 1.0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475" y="1799590"/>
            <a:ext cx="12074525" cy="4206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balanced question papers manually is time-consuming and often inconsistent. Build system that generates exam papers based on defined difficulty levels and syllabus topics.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enerates exam papers 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Coder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217045" y="2230846"/>
            <a:ext cx="4264647" cy="30327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738" y="-1"/>
            <a:ext cx="2446446" cy="1170039"/>
          </a:xfrm>
          <a:prstGeom prst="rect">
            <a:avLst/>
          </a:prstGeom>
        </p:spPr>
      </p:pic>
      <p:pic>
        <p:nvPicPr>
          <p:cNvPr id="13314" name="Picture 2" descr="C:\Users\RAGHAV DIGITAL\Downloads\new sv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0620" y="89989"/>
            <a:ext cx="813380" cy="11988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732503" y="-89942"/>
            <a:ext cx="10363200" cy="147002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IN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OBJECTIVE</a:t>
            </a:r>
            <a:endParaRPr lang="en-IN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7090" y="62810"/>
            <a:ext cx="2434910" cy="116452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" y="62865"/>
            <a:ext cx="1524000" cy="1524000"/>
          </a:xfrm>
          <a:prstGeom prst="rect">
            <a:avLst/>
          </a:prstGeom>
        </p:spPr>
      </p:pic>
      <p:graphicFrame>
        <p:nvGraphicFramePr>
          <p:cNvPr id="11" name="Diagram 10"/>
          <p:cNvGraphicFramePr/>
          <p:nvPr/>
        </p:nvGraphicFramePr>
        <p:xfrm>
          <a:off x="1363980" y="206375"/>
          <a:ext cx="9464675" cy="6270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-245745" y="-116205"/>
            <a:ext cx="10363200" cy="1470025"/>
          </a:xfrm>
        </p:spPr>
        <p:txBody>
          <a:bodyPr/>
          <a:lstStyle/>
          <a:p>
            <a:pPr algn="ctr" eaLnBrk="1" hangingPunct="1"/>
            <a:r>
              <a:rPr lang="en-IN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                  Key Features</a:t>
            </a:r>
            <a:endParaRPr lang="en-IN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3486" y="78374"/>
            <a:ext cx="2408514" cy="11518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" y="168910"/>
            <a:ext cx="1524000" cy="1524000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/>
        </p:nvGraphicFramePr>
        <p:xfrm>
          <a:off x="2032000" y="101917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845574" y="37509"/>
            <a:ext cx="10363200" cy="1470025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Expected Output</a:t>
            </a:r>
            <a:endParaRPr lang="en-US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2613" y="37509"/>
            <a:ext cx="2389909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53035"/>
            <a:ext cx="1524000" cy="1524000"/>
          </a:xfrm>
          <a:prstGeom prst="rect">
            <a:avLst/>
          </a:prstGeom>
        </p:spPr>
      </p:pic>
      <p:graphicFrame>
        <p:nvGraphicFramePr>
          <p:cNvPr id="3" name="Diagram 2"/>
          <p:cNvGraphicFramePr/>
          <p:nvPr/>
        </p:nvGraphicFramePr>
        <p:xfrm>
          <a:off x="2032000" y="1122680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0" y="-40719"/>
            <a:ext cx="10363200" cy="1470025"/>
          </a:xfrm>
        </p:spPr>
        <p:txBody>
          <a:bodyPr/>
          <a:lstStyle/>
          <a:p>
            <a:pPr eaLnBrk="1" hangingPunct="1"/>
            <a:r>
              <a:rPr lang="en-IN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                 </a:t>
            </a:r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Advantages</a:t>
            </a:r>
            <a:endParaRPr lang="en-US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4271" y="17404"/>
            <a:ext cx="2407412" cy="1151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187960"/>
            <a:ext cx="1524000" cy="1524000"/>
          </a:xfrm>
          <a:prstGeom prst="rect">
            <a:avLst/>
          </a:prstGeom>
        </p:spPr>
      </p:pic>
      <p:graphicFrame>
        <p:nvGraphicFramePr>
          <p:cNvPr id="2" name="Diagram 1"/>
          <p:cNvGraphicFramePr/>
          <p:nvPr/>
        </p:nvGraphicFramePr>
        <p:xfrm>
          <a:off x="3573780" y="1429385"/>
          <a:ext cx="5044440" cy="4432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786580" y="0"/>
            <a:ext cx="10363200" cy="1470025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Constraints</a:t>
            </a:r>
            <a:endParaRPr lang="en-US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6261" y="31288"/>
            <a:ext cx="2455738" cy="11744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" y="152400"/>
            <a:ext cx="1524000" cy="1524000"/>
          </a:xfrm>
          <a:prstGeom prst="rect">
            <a:avLst/>
          </a:prstGeom>
        </p:spPr>
      </p:pic>
      <p:graphicFrame>
        <p:nvGraphicFramePr>
          <p:cNvPr id="3" name="Diagram 2"/>
          <p:cNvGraphicFramePr/>
          <p:nvPr/>
        </p:nvGraphicFramePr>
        <p:xfrm>
          <a:off x="2766695" y="1355090"/>
          <a:ext cx="6659245" cy="4719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</Words>
  <Application>WPS Presentation</Application>
  <PresentationFormat>Widescreen</PresentationFormat>
  <Paragraphs>38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Cambria</vt:lpstr>
      <vt:lpstr>Wingdings</vt:lpstr>
      <vt:lpstr>Microsoft YaHei</vt:lpstr>
      <vt:lpstr>Arial Unicode MS</vt:lpstr>
      <vt:lpstr>Office Theme</vt:lpstr>
      <vt:lpstr>QUANTUM ARENA 1.0</vt:lpstr>
      <vt:lpstr> OBJECTIVE</vt:lpstr>
      <vt:lpstr>Key Features</vt:lpstr>
      <vt:lpstr>Expected Output</vt:lpstr>
      <vt:lpstr>Advantages</vt:lpstr>
      <vt:lpstr>Constraints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Omkar Karande</cp:lastModifiedBy>
  <cp:revision>163</cp:revision>
  <dcterms:created xsi:type="dcterms:W3CDTF">2013-12-12T18:46:00Z</dcterms:created>
  <dcterms:modified xsi:type="dcterms:W3CDTF">2026-04-18T05:07:46Z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CEFD360B0E6F4121B26449F2ADB49AC3_13</vt:lpwstr>
  </property>
  <property fmtid="{D5CDD505-2E9C-101B-9397-08002B2CF9AE}" pid="3" name="KSOProductBuildVer">
    <vt:lpwstr>1033-12.2.0.23155</vt:lpwstr>
  </property>
</Properties>
</file>